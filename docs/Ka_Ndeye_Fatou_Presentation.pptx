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6" r:id="rId2"/>
    <p:sldId id="257" r:id="rId3"/>
    <p:sldId id="261" r:id="rId4"/>
    <p:sldId id="260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DAD4"/>
    <a:srgbClr val="EAC7BA"/>
    <a:srgbClr val="F8F5F3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7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AC4076B-C26F-4EF6-8EFA-5CE916106BB7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3C76B65A-9420-4C1A-A523-3FBF57C8C1E1}">
      <dgm:prSet phldrT="[Texte]" custT="1"/>
      <dgm:spPr>
        <a:solidFill>
          <a:srgbClr val="FFCCCC"/>
        </a:solidFill>
      </dgm:spPr>
      <dgm:t>
        <a:bodyPr/>
        <a:lstStyle/>
        <a:p>
          <a:r>
            <a:rPr lang="en-US" sz="3200" dirty="0">
              <a:latin typeface="Arial Black" panose="020B0A04020102020204" pitchFamily="34" charset="0"/>
            </a:rPr>
            <a:t>Presentation</a:t>
          </a:r>
          <a:r>
            <a:rPr lang="en-US" sz="3200" dirty="0"/>
            <a:t> </a:t>
          </a:r>
          <a:r>
            <a:rPr lang="en-US" sz="3200" dirty="0">
              <a:latin typeface="Arial Black" panose="020B0A04020102020204" pitchFamily="34" charset="0"/>
            </a:rPr>
            <a:t>du Project</a:t>
          </a:r>
          <a:endParaRPr lang="fr-FR" sz="3200" dirty="0">
            <a:latin typeface="Arial Black" panose="020B0A04020102020204" pitchFamily="34" charset="0"/>
          </a:endParaRPr>
        </a:p>
      </dgm:t>
    </dgm:pt>
    <dgm:pt modelId="{5AF284A9-1956-4A65-B9AF-4BFDC8E9CD84}" type="parTrans" cxnId="{E4847DD5-2C4B-45AA-82C3-A8AA0E643826}">
      <dgm:prSet/>
      <dgm:spPr/>
      <dgm:t>
        <a:bodyPr/>
        <a:lstStyle/>
        <a:p>
          <a:endParaRPr lang="fr-FR"/>
        </a:p>
      </dgm:t>
    </dgm:pt>
    <dgm:pt modelId="{2A9CEA0D-B4C4-495B-8DD3-08F8E6BD1CA1}" type="sibTrans" cxnId="{E4847DD5-2C4B-45AA-82C3-A8AA0E643826}">
      <dgm:prSet/>
      <dgm:spPr/>
      <dgm:t>
        <a:bodyPr/>
        <a:lstStyle/>
        <a:p>
          <a:endParaRPr lang="fr-FR"/>
        </a:p>
      </dgm:t>
    </dgm:pt>
    <dgm:pt modelId="{413D097C-C2DD-4FC6-9501-0BBF50A818FB}">
      <dgm:prSet phldrT="[Texte]"/>
      <dgm:spPr>
        <a:solidFill>
          <a:srgbClr val="FFCCCC"/>
        </a:solidFill>
      </dgm:spPr>
      <dgm:t>
        <a:bodyPr/>
        <a:lstStyle/>
        <a:p>
          <a:r>
            <a:rPr lang="en-US" dirty="0">
              <a:latin typeface="Arial Black" panose="020B0A04020102020204" pitchFamily="34" charset="0"/>
            </a:rPr>
            <a:t>Choix du design</a:t>
          </a:r>
          <a:endParaRPr lang="fr-FR" dirty="0">
            <a:latin typeface="Arial Black" panose="020B0A04020102020204" pitchFamily="34" charset="0"/>
          </a:endParaRPr>
        </a:p>
      </dgm:t>
    </dgm:pt>
    <dgm:pt modelId="{5F225A6C-C150-4C93-94E9-18B5DAD23664}" type="parTrans" cxnId="{90435C30-F326-40BC-985C-07E9A105D15D}">
      <dgm:prSet/>
      <dgm:spPr/>
      <dgm:t>
        <a:bodyPr/>
        <a:lstStyle/>
        <a:p>
          <a:endParaRPr lang="fr-FR"/>
        </a:p>
      </dgm:t>
    </dgm:pt>
    <dgm:pt modelId="{60820985-2ABA-4D4E-946B-8B49C67DF956}" type="sibTrans" cxnId="{90435C30-F326-40BC-985C-07E9A105D15D}">
      <dgm:prSet/>
      <dgm:spPr/>
      <dgm:t>
        <a:bodyPr/>
        <a:lstStyle/>
        <a:p>
          <a:endParaRPr lang="fr-FR"/>
        </a:p>
      </dgm:t>
    </dgm:pt>
    <dgm:pt modelId="{A9AAE581-76C7-4B4B-84B2-2E101110FF82}">
      <dgm:prSet phldrT="[Texte]"/>
      <dgm:spPr>
        <a:solidFill>
          <a:srgbClr val="FFCCCC"/>
        </a:solidFill>
      </dgm:spPr>
      <dgm:t>
        <a:bodyPr/>
        <a:lstStyle/>
        <a:p>
          <a:r>
            <a:rPr lang="en-US" dirty="0">
              <a:latin typeface="Arial Black" panose="020B0A04020102020204" pitchFamily="34" charset="0"/>
            </a:rPr>
            <a:t>Architecture du Site</a:t>
          </a:r>
          <a:endParaRPr lang="fr-FR" dirty="0">
            <a:latin typeface="Arial Black" panose="020B0A04020102020204" pitchFamily="34" charset="0"/>
          </a:endParaRPr>
        </a:p>
      </dgm:t>
    </dgm:pt>
    <dgm:pt modelId="{3C00D1BA-DDEA-45DE-9A7F-70ECD885DDFE}" type="parTrans" cxnId="{1788E313-7388-4F50-8D1A-B4802FC3B71B}">
      <dgm:prSet/>
      <dgm:spPr/>
      <dgm:t>
        <a:bodyPr/>
        <a:lstStyle/>
        <a:p>
          <a:endParaRPr lang="fr-FR"/>
        </a:p>
      </dgm:t>
    </dgm:pt>
    <dgm:pt modelId="{895E40EA-C0BE-4223-8BA5-2A33F6140BC3}" type="sibTrans" cxnId="{1788E313-7388-4F50-8D1A-B4802FC3B71B}">
      <dgm:prSet/>
      <dgm:spPr/>
      <dgm:t>
        <a:bodyPr/>
        <a:lstStyle/>
        <a:p>
          <a:endParaRPr lang="fr-FR"/>
        </a:p>
      </dgm:t>
    </dgm:pt>
    <dgm:pt modelId="{B6ED86F8-3BCB-47E6-B60F-D879ECDE1DC9}">
      <dgm:prSet phldrT="[Texte]"/>
      <dgm:spPr>
        <a:solidFill>
          <a:srgbClr val="FFCCCC"/>
        </a:solidFill>
      </dgm:spPr>
      <dgm:t>
        <a:bodyPr/>
        <a:lstStyle/>
        <a:p>
          <a:r>
            <a:rPr lang="en-US" dirty="0">
              <a:latin typeface="Arial Black" panose="020B0A04020102020204" pitchFamily="34" charset="0"/>
            </a:rPr>
            <a:t>Points Techniques</a:t>
          </a:r>
          <a:endParaRPr lang="fr-FR" dirty="0">
            <a:latin typeface="Arial Black" panose="020B0A04020102020204" pitchFamily="34" charset="0"/>
          </a:endParaRPr>
        </a:p>
      </dgm:t>
    </dgm:pt>
    <dgm:pt modelId="{2615576E-07E0-436A-971F-0A10F09DFCC9}" type="parTrans" cxnId="{00FF6171-78F2-4022-AE6D-759991878101}">
      <dgm:prSet/>
      <dgm:spPr/>
      <dgm:t>
        <a:bodyPr/>
        <a:lstStyle/>
        <a:p>
          <a:endParaRPr lang="fr-FR"/>
        </a:p>
      </dgm:t>
    </dgm:pt>
    <dgm:pt modelId="{012EE062-9575-4191-AA12-2C582D5F7F51}" type="sibTrans" cxnId="{00FF6171-78F2-4022-AE6D-759991878101}">
      <dgm:prSet/>
      <dgm:spPr/>
      <dgm:t>
        <a:bodyPr/>
        <a:lstStyle/>
        <a:p>
          <a:endParaRPr lang="fr-FR"/>
        </a:p>
      </dgm:t>
    </dgm:pt>
    <dgm:pt modelId="{6DDC0185-418B-48BA-8793-A3897500F513}">
      <dgm:prSet phldrT="[Texte]"/>
      <dgm:spPr>
        <a:solidFill>
          <a:srgbClr val="FFCCCC"/>
        </a:solidFill>
      </dgm:spPr>
      <dgm:t>
        <a:bodyPr/>
        <a:lstStyle/>
        <a:p>
          <a:r>
            <a:rPr lang="en-US" dirty="0">
              <a:latin typeface="Arial Black" panose="020B0A04020102020204" pitchFamily="34" charset="0"/>
            </a:rPr>
            <a:t>GitHub et WorkFLow GIT</a:t>
          </a:r>
          <a:endParaRPr lang="fr-FR" dirty="0">
            <a:latin typeface="Arial Black" panose="020B0A04020102020204" pitchFamily="34" charset="0"/>
          </a:endParaRPr>
        </a:p>
      </dgm:t>
    </dgm:pt>
    <dgm:pt modelId="{869D6D8E-9A54-440C-A017-A1F27551E9B4}" type="parTrans" cxnId="{A5514E55-F55C-4032-9641-D36E59E9D3BD}">
      <dgm:prSet/>
      <dgm:spPr/>
      <dgm:t>
        <a:bodyPr/>
        <a:lstStyle/>
        <a:p>
          <a:endParaRPr lang="fr-FR"/>
        </a:p>
      </dgm:t>
    </dgm:pt>
    <dgm:pt modelId="{62FCEF1C-C691-42CF-9807-FC9315FB9E39}" type="sibTrans" cxnId="{A5514E55-F55C-4032-9641-D36E59E9D3BD}">
      <dgm:prSet/>
      <dgm:spPr/>
      <dgm:t>
        <a:bodyPr/>
        <a:lstStyle/>
        <a:p>
          <a:endParaRPr lang="fr-FR"/>
        </a:p>
      </dgm:t>
    </dgm:pt>
    <dgm:pt modelId="{33F4F755-3EC8-405E-801E-A97FCD71A66C}" type="pres">
      <dgm:prSet presAssocID="{9AC4076B-C26F-4EF6-8EFA-5CE916106BB7}" presName="outerComposite" presStyleCnt="0">
        <dgm:presLayoutVars>
          <dgm:chMax val="5"/>
          <dgm:dir/>
          <dgm:resizeHandles val="exact"/>
        </dgm:presLayoutVars>
      </dgm:prSet>
      <dgm:spPr/>
    </dgm:pt>
    <dgm:pt modelId="{85EF8F15-FDB2-480A-8DEE-5B53C2F9C669}" type="pres">
      <dgm:prSet presAssocID="{9AC4076B-C26F-4EF6-8EFA-5CE916106BB7}" presName="dummyMaxCanvas" presStyleCnt="0">
        <dgm:presLayoutVars/>
      </dgm:prSet>
      <dgm:spPr/>
    </dgm:pt>
    <dgm:pt modelId="{F4EB827A-92D2-415E-99B9-2C1C534FC4CE}" type="pres">
      <dgm:prSet presAssocID="{9AC4076B-C26F-4EF6-8EFA-5CE916106BB7}" presName="FiveNodes_1" presStyleLbl="node1" presStyleIdx="0" presStyleCnt="5" custLinFactNeighborY="-2427">
        <dgm:presLayoutVars>
          <dgm:bulletEnabled val="1"/>
        </dgm:presLayoutVars>
      </dgm:prSet>
      <dgm:spPr/>
    </dgm:pt>
    <dgm:pt modelId="{DAB84BF9-F6E6-467A-85F1-A62E0598EDB6}" type="pres">
      <dgm:prSet presAssocID="{9AC4076B-C26F-4EF6-8EFA-5CE916106BB7}" presName="FiveNodes_2" presStyleLbl="node1" presStyleIdx="1" presStyleCnt="5" custLinFactNeighborY="2427">
        <dgm:presLayoutVars>
          <dgm:bulletEnabled val="1"/>
        </dgm:presLayoutVars>
      </dgm:prSet>
      <dgm:spPr/>
    </dgm:pt>
    <dgm:pt modelId="{204ED7C3-0A7E-4FF3-9183-23FBF3027740}" type="pres">
      <dgm:prSet presAssocID="{9AC4076B-C26F-4EF6-8EFA-5CE916106BB7}" presName="FiveNodes_3" presStyleLbl="node1" presStyleIdx="2" presStyleCnt="5" custLinFactNeighborX="2620" custLinFactNeighborY="-5110">
        <dgm:presLayoutVars>
          <dgm:bulletEnabled val="1"/>
        </dgm:presLayoutVars>
      </dgm:prSet>
      <dgm:spPr/>
    </dgm:pt>
    <dgm:pt modelId="{2C8414F1-1CC5-48A9-A99E-852C51889A84}" type="pres">
      <dgm:prSet presAssocID="{9AC4076B-C26F-4EF6-8EFA-5CE916106BB7}" presName="FiveNodes_4" presStyleLbl="node1" presStyleIdx="3" presStyleCnt="5">
        <dgm:presLayoutVars>
          <dgm:bulletEnabled val="1"/>
        </dgm:presLayoutVars>
      </dgm:prSet>
      <dgm:spPr/>
    </dgm:pt>
    <dgm:pt modelId="{4F19480E-62AA-4C7D-99CE-875BBBEDC8EC}" type="pres">
      <dgm:prSet presAssocID="{9AC4076B-C26F-4EF6-8EFA-5CE916106BB7}" presName="FiveNodes_5" presStyleLbl="node1" presStyleIdx="4" presStyleCnt="5">
        <dgm:presLayoutVars>
          <dgm:bulletEnabled val="1"/>
        </dgm:presLayoutVars>
      </dgm:prSet>
      <dgm:spPr/>
    </dgm:pt>
    <dgm:pt modelId="{B6B7D603-4130-43BF-823D-63F079A2A0DD}" type="pres">
      <dgm:prSet presAssocID="{9AC4076B-C26F-4EF6-8EFA-5CE916106BB7}" presName="FiveConn_1-2" presStyleLbl="fgAccFollowNode1" presStyleIdx="0" presStyleCnt="4">
        <dgm:presLayoutVars>
          <dgm:bulletEnabled val="1"/>
        </dgm:presLayoutVars>
      </dgm:prSet>
      <dgm:spPr/>
    </dgm:pt>
    <dgm:pt modelId="{51CCC158-B00C-4315-BF16-201636E20DDE}" type="pres">
      <dgm:prSet presAssocID="{9AC4076B-C26F-4EF6-8EFA-5CE916106BB7}" presName="FiveConn_2-3" presStyleLbl="fgAccFollowNode1" presStyleIdx="1" presStyleCnt="4">
        <dgm:presLayoutVars>
          <dgm:bulletEnabled val="1"/>
        </dgm:presLayoutVars>
      </dgm:prSet>
      <dgm:spPr/>
    </dgm:pt>
    <dgm:pt modelId="{6F3DC3B7-3CBD-4BF3-A6B5-B04970BA18EC}" type="pres">
      <dgm:prSet presAssocID="{9AC4076B-C26F-4EF6-8EFA-5CE916106BB7}" presName="FiveConn_3-4" presStyleLbl="fgAccFollowNode1" presStyleIdx="2" presStyleCnt="4">
        <dgm:presLayoutVars>
          <dgm:bulletEnabled val="1"/>
        </dgm:presLayoutVars>
      </dgm:prSet>
      <dgm:spPr/>
    </dgm:pt>
    <dgm:pt modelId="{15A5DD69-42EF-4523-8CD6-7DC8CCF548D7}" type="pres">
      <dgm:prSet presAssocID="{9AC4076B-C26F-4EF6-8EFA-5CE916106BB7}" presName="FiveConn_4-5" presStyleLbl="fgAccFollowNode1" presStyleIdx="3" presStyleCnt="4">
        <dgm:presLayoutVars>
          <dgm:bulletEnabled val="1"/>
        </dgm:presLayoutVars>
      </dgm:prSet>
      <dgm:spPr/>
    </dgm:pt>
    <dgm:pt modelId="{C5D75F25-2090-4540-989F-D6CDB92438E4}" type="pres">
      <dgm:prSet presAssocID="{9AC4076B-C26F-4EF6-8EFA-5CE916106BB7}" presName="FiveNodes_1_text" presStyleLbl="node1" presStyleIdx="4" presStyleCnt="5">
        <dgm:presLayoutVars>
          <dgm:bulletEnabled val="1"/>
        </dgm:presLayoutVars>
      </dgm:prSet>
      <dgm:spPr/>
    </dgm:pt>
    <dgm:pt modelId="{4B283A5B-DAEF-47C1-A81D-B028BFEBE014}" type="pres">
      <dgm:prSet presAssocID="{9AC4076B-C26F-4EF6-8EFA-5CE916106BB7}" presName="FiveNodes_2_text" presStyleLbl="node1" presStyleIdx="4" presStyleCnt="5">
        <dgm:presLayoutVars>
          <dgm:bulletEnabled val="1"/>
        </dgm:presLayoutVars>
      </dgm:prSet>
      <dgm:spPr/>
    </dgm:pt>
    <dgm:pt modelId="{976FE959-3CC3-4644-9C3C-45073ED60CA7}" type="pres">
      <dgm:prSet presAssocID="{9AC4076B-C26F-4EF6-8EFA-5CE916106BB7}" presName="FiveNodes_3_text" presStyleLbl="node1" presStyleIdx="4" presStyleCnt="5">
        <dgm:presLayoutVars>
          <dgm:bulletEnabled val="1"/>
        </dgm:presLayoutVars>
      </dgm:prSet>
      <dgm:spPr/>
    </dgm:pt>
    <dgm:pt modelId="{105ED176-CF3F-491B-B05D-304C40C0AE2D}" type="pres">
      <dgm:prSet presAssocID="{9AC4076B-C26F-4EF6-8EFA-5CE916106BB7}" presName="FiveNodes_4_text" presStyleLbl="node1" presStyleIdx="4" presStyleCnt="5">
        <dgm:presLayoutVars>
          <dgm:bulletEnabled val="1"/>
        </dgm:presLayoutVars>
      </dgm:prSet>
      <dgm:spPr/>
    </dgm:pt>
    <dgm:pt modelId="{605AF216-B56A-4593-BBA1-892BAC10F80A}" type="pres">
      <dgm:prSet presAssocID="{9AC4076B-C26F-4EF6-8EFA-5CE916106BB7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7BC8A100-C4C1-4D0D-B69F-E28DADDCFDDC}" type="presOf" srcId="{B6ED86F8-3BCB-47E6-B60F-D879ECDE1DC9}" destId="{2C8414F1-1CC5-48A9-A99E-852C51889A84}" srcOrd="0" destOrd="0" presId="urn:microsoft.com/office/officeart/2005/8/layout/vProcess5"/>
    <dgm:cxn modelId="{A9437D05-C081-4939-9216-1EA3B0900C58}" type="presOf" srcId="{6DDC0185-418B-48BA-8793-A3897500F513}" destId="{605AF216-B56A-4593-BBA1-892BAC10F80A}" srcOrd="1" destOrd="0" presId="urn:microsoft.com/office/officeart/2005/8/layout/vProcess5"/>
    <dgm:cxn modelId="{1788E313-7388-4F50-8D1A-B4802FC3B71B}" srcId="{9AC4076B-C26F-4EF6-8EFA-5CE916106BB7}" destId="{A9AAE581-76C7-4B4B-84B2-2E101110FF82}" srcOrd="2" destOrd="0" parTransId="{3C00D1BA-DDEA-45DE-9A7F-70ECD885DDFE}" sibTransId="{895E40EA-C0BE-4223-8BA5-2A33F6140BC3}"/>
    <dgm:cxn modelId="{90435C30-F326-40BC-985C-07E9A105D15D}" srcId="{9AC4076B-C26F-4EF6-8EFA-5CE916106BB7}" destId="{413D097C-C2DD-4FC6-9501-0BBF50A818FB}" srcOrd="1" destOrd="0" parTransId="{5F225A6C-C150-4C93-94E9-18B5DAD23664}" sibTransId="{60820985-2ABA-4D4E-946B-8B49C67DF956}"/>
    <dgm:cxn modelId="{9E0E6E38-D541-46D3-B213-A364F1642EA2}" type="presOf" srcId="{3C76B65A-9420-4C1A-A523-3FBF57C8C1E1}" destId="{C5D75F25-2090-4540-989F-D6CDB92438E4}" srcOrd="1" destOrd="0" presId="urn:microsoft.com/office/officeart/2005/8/layout/vProcess5"/>
    <dgm:cxn modelId="{A20B0C5D-66A5-4EB6-8E2D-294A701DA294}" type="presOf" srcId="{413D097C-C2DD-4FC6-9501-0BBF50A818FB}" destId="{4B283A5B-DAEF-47C1-A81D-B028BFEBE014}" srcOrd="1" destOrd="0" presId="urn:microsoft.com/office/officeart/2005/8/layout/vProcess5"/>
    <dgm:cxn modelId="{00FF6171-78F2-4022-AE6D-759991878101}" srcId="{9AC4076B-C26F-4EF6-8EFA-5CE916106BB7}" destId="{B6ED86F8-3BCB-47E6-B60F-D879ECDE1DC9}" srcOrd="3" destOrd="0" parTransId="{2615576E-07E0-436A-971F-0A10F09DFCC9}" sibTransId="{012EE062-9575-4191-AA12-2C582D5F7F51}"/>
    <dgm:cxn modelId="{0FCBAB73-949D-42E8-8425-E8ABABC214B0}" type="presOf" srcId="{B6ED86F8-3BCB-47E6-B60F-D879ECDE1DC9}" destId="{105ED176-CF3F-491B-B05D-304C40C0AE2D}" srcOrd="1" destOrd="0" presId="urn:microsoft.com/office/officeart/2005/8/layout/vProcess5"/>
    <dgm:cxn modelId="{A5514E55-F55C-4032-9641-D36E59E9D3BD}" srcId="{9AC4076B-C26F-4EF6-8EFA-5CE916106BB7}" destId="{6DDC0185-418B-48BA-8793-A3897500F513}" srcOrd="4" destOrd="0" parTransId="{869D6D8E-9A54-440C-A017-A1F27551E9B4}" sibTransId="{62FCEF1C-C691-42CF-9807-FC9315FB9E39}"/>
    <dgm:cxn modelId="{FD68A08A-34C8-48E1-B479-17FE5E3ED61F}" type="presOf" srcId="{2A9CEA0D-B4C4-495B-8DD3-08F8E6BD1CA1}" destId="{B6B7D603-4130-43BF-823D-63F079A2A0DD}" srcOrd="0" destOrd="0" presId="urn:microsoft.com/office/officeart/2005/8/layout/vProcess5"/>
    <dgm:cxn modelId="{82D40D8F-D4F5-4814-A49D-D3494A9D5F02}" type="presOf" srcId="{A9AAE581-76C7-4B4B-84B2-2E101110FF82}" destId="{204ED7C3-0A7E-4FF3-9183-23FBF3027740}" srcOrd="0" destOrd="0" presId="urn:microsoft.com/office/officeart/2005/8/layout/vProcess5"/>
    <dgm:cxn modelId="{AA1C4A8F-415F-4EEA-A2D1-0021677D10FC}" type="presOf" srcId="{012EE062-9575-4191-AA12-2C582D5F7F51}" destId="{15A5DD69-42EF-4523-8CD6-7DC8CCF548D7}" srcOrd="0" destOrd="0" presId="urn:microsoft.com/office/officeart/2005/8/layout/vProcess5"/>
    <dgm:cxn modelId="{994EA998-3EB0-44E3-8B85-B3F84182F369}" type="presOf" srcId="{6DDC0185-418B-48BA-8793-A3897500F513}" destId="{4F19480E-62AA-4C7D-99CE-875BBBEDC8EC}" srcOrd="0" destOrd="0" presId="urn:microsoft.com/office/officeart/2005/8/layout/vProcess5"/>
    <dgm:cxn modelId="{A6A24B99-8B29-451F-A6E0-9AE3CF232165}" type="presOf" srcId="{60820985-2ABA-4D4E-946B-8B49C67DF956}" destId="{51CCC158-B00C-4315-BF16-201636E20DDE}" srcOrd="0" destOrd="0" presId="urn:microsoft.com/office/officeart/2005/8/layout/vProcess5"/>
    <dgm:cxn modelId="{F3F484C3-63CF-4E14-9CF2-A4DFAB546114}" type="presOf" srcId="{3C76B65A-9420-4C1A-A523-3FBF57C8C1E1}" destId="{F4EB827A-92D2-415E-99B9-2C1C534FC4CE}" srcOrd="0" destOrd="0" presId="urn:microsoft.com/office/officeart/2005/8/layout/vProcess5"/>
    <dgm:cxn modelId="{ECA286D3-3471-4224-B95F-CEB40E3C5908}" type="presOf" srcId="{413D097C-C2DD-4FC6-9501-0BBF50A818FB}" destId="{DAB84BF9-F6E6-467A-85F1-A62E0598EDB6}" srcOrd="0" destOrd="0" presId="urn:microsoft.com/office/officeart/2005/8/layout/vProcess5"/>
    <dgm:cxn modelId="{E4847DD5-2C4B-45AA-82C3-A8AA0E643826}" srcId="{9AC4076B-C26F-4EF6-8EFA-5CE916106BB7}" destId="{3C76B65A-9420-4C1A-A523-3FBF57C8C1E1}" srcOrd="0" destOrd="0" parTransId="{5AF284A9-1956-4A65-B9AF-4BFDC8E9CD84}" sibTransId="{2A9CEA0D-B4C4-495B-8DD3-08F8E6BD1CA1}"/>
    <dgm:cxn modelId="{2F69BAE3-0260-46FF-9CC9-E79517FC5B20}" type="presOf" srcId="{9AC4076B-C26F-4EF6-8EFA-5CE916106BB7}" destId="{33F4F755-3EC8-405E-801E-A97FCD71A66C}" srcOrd="0" destOrd="0" presId="urn:microsoft.com/office/officeart/2005/8/layout/vProcess5"/>
    <dgm:cxn modelId="{5C4CD1F2-D6F2-450D-A3E7-7DB49C73FF33}" type="presOf" srcId="{895E40EA-C0BE-4223-8BA5-2A33F6140BC3}" destId="{6F3DC3B7-3CBD-4BF3-A6B5-B04970BA18EC}" srcOrd="0" destOrd="0" presId="urn:microsoft.com/office/officeart/2005/8/layout/vProcess5"/>
    <dgm:cxn modelId="{30DBD4FF-AFF8-4CCB-9C4C-A2F64C523D76}" type="presOf" srcId="{A9AAE581-76C7-4B4B-84B2-2E101110FF82}" destId="{976FE959-3CC3-4644-9C3C-45073ED60CA7}" srcOrd="1" destOrd="0" presId="urn:microsoft.com/office/officeart/2005/8/layout/vProcess5"/>
    <dgm:cxn modelId="{1B3C62A7-1D83-4137-94EE-AA18982C2A98}" type="presParOf" srcId="{33F4F755-3EC8-405E-801E-A97FCD71A66C}" destId="{85EF8F15-FDB2-480A-8DEE-5B53C2F9C669}" srcOrd="0" destOrd="0" presId="urn:microsoft.com/office/officeart/2005/8/layout/vProcess5"/>
    <dgm:cxn modelId="{AE3F1CFB-8AF3-4F82-BAA6-21A2C1CE3F1D}" type="presParOf" srcId="{33F4F755-3EC8-405E-801E-A97FCD71A66C}" destId="{F4EB827A-92D2-415E-99B9-2C1C534FC4CE}" srcOrd="1" destOrd="0" presId="urn:microsoft.com/office/officeart/2005/8/layout/vProcess5"/>
    <dgm:cxn modelId="{3E14C1F9-0ECB-4CE5-A3B5-1B77F44BD82B}" type="presParOf" srcId="{33F4F755-3EC8-405E-801E-A97FCD71A66C}" destId="{DAB84BF9-F6E6-467A-85F1-A62E0598EDB6}" srcOrd="2" destOrd="0" presId="urn:microsoft.com/office/officeart/2005/8/layout/vProcess5"/>
    <dgm:cxn modelId="{B6C55AD1-53D4-443F-B349-15B4199DFA91}" type="presParOf" srcId="{33F4F755-3EC8-405E-801E-A97FCD71A66C}" destId="{204ED7C3-0A7E-4FF3-9183-23FBF3027740}" srcOrd="3" destOrd="0" presId="urn:microsoft.com/office/officeart/2005/8/layout/vProcess5"/>
    <dgm:cxn modelId="{AD6BFDC8-FF3F-4217-BDB4-BEA56894C230}" type="presParOf" srcId="{33F4F755-3EC8-405E-801E-A97FCD71A66C}" destId="{2C8414F1-1CC5-48A9-A99E-852C51889A84}" srcOrd="4" destOrd="0" presId="urn:microsoft.com/office/officeart/2005/8/layout/vProcess5"/>
    <dgm:cxn modelId="{1935054E-21C0-415E-8C32-3A9CF0247BE4}" type="presParOf" srcId="{33F4F755-3EC8-405E-801E-A97FCD71A66C}" destId="{4F19480E-62AA-4C7D-99CE-875BBBEDC8EC}" srcOrd="5" destOrd="0" presId="urn:microsoft.com/office/officeart/2005/8/layout/vProcess5"/>
    <dgm:cxn modelId="{E20ECC72-E3A6-4491-9ADA-D460947D6209}" type="presParOf" srcId="{33F4F755-3EC8-405E-801E-A97FCD71A66C}" destId="{B6B7D603-4130-43BF-823D-63F079A2A0DD}" srcOrd="6" destOrd="0" presId="urn:microsoft.com/office/officeart/2005/8/layout/vProcess5"/>
    <dgm:cxn modelId="{4EAC5114-8293-48DA-A7A6-7C66C28779CB}" type="presParOf" srcId="{33F4F755-3EC8-405E-801E-A97FCD71A66C}" destId="{51CCC158-B00C-4315-BF16-201636E20DDE}" srcOrd="7" destOrd="0" presId="urn:microsoft.com/office/officeart/2005/8/layout/vProcess5"/>
    <dgm:cxn modelId="{DCB7B39C-6EF9-4239-803B-A9B5AED61B17}" type="presParOf" srcId="{33F4F755-3EC8-405E-801E-A97FCD71A66C}" destId="{6F3DC3B7-3CBD-4BF3-A6B5-B04970BA18EC}" srcOrd="8" destOrd="0" presId="urn:microsoft.com/office/officeart/2005/8/layout/vProcess5"/>
    <dgm:cxn modelId="{F6FD12E3-9188-423A-ABE0-28027D060234}" type="presParOf" srcId="{33F4F755-3EC8-405E-801E-A97FCD71A66C}" destId="{15A5DD69-42EF-4523-8CD6-7DC8CCF548D7}" srcOrd="9" destOrd="0" presId="urn:microsoft.com/office/officeart/2005/8/layout/vProcess5"/>
    <dgm:cxn modelId="{2A2ED45A-D3FD-40C4-986A-E547F907E782}" type="presParOf" srcId="{33F4F755-3EC8-405E-801E-A97FCD71A66C}" destId="{C5D75F25-2090-4540-989F-D6CDB92438E4}" srcOrd="10" destOrd="0" presId="urn:microsoft.com/office/officeart/2005/8/layout/vProcess5"/>
    <dgm:cxn modelId="{FD9DA6D1-36C0-40DE-9466-1667D54639F5}" type="presParOf" srcId="{33F4F755-3EC8-405E-801E-A97FCD71A66C}" destId="{4B283A5B-DAEF-47C1-A81D-B028BFEBE014}" srcOrd="11" destOrd="0" presId="urn:microsoft.com/office/officeart/2005/8/layout/vProcess5"/>
    <dgm:cxn modelId="{EAC1BEF1-E799-4241-A6F8-30EBF3A42539}" type="presParOf" srcId="{33F4F755-3EC8-405E-801E-A97FCD71A66C}" destId="{976FE959-3CC3-4644-9C3C-45073ED60CA7}" srcOrd="12" destOrd="0" presId="urn:microsoft.com/office/officeart/2005/8/layout/vProcess5"/>
    <dgm:cxn modelId="{DC528FD9-3805-466D-8424-5BC175113F5D}" type="presParOf" srcId="{33F4F755-3EC8-405E-801E-A97FCD71A66C}" destId="{105ED176-CF3F-491B-B05D-304C40C0AE2D}" srcOrd="13" destOrd="0" presId="urn:microsoft.com/office/officeart/2005/8/layout/vProcess5"/>
    <dgm:cxn modelId="{9AD30BDB-A807-4F4B-A781-A3E7CE2898D7}" type="presParOf" srcId="{33F4F755-3EC8-405E-801E-A97FCD71A66C}" destId="{605AF216-B56A-4593-BBA1-892BAC10F80A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AC4076B-C26F-4EF6-8EFA-5CE916106BB7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A9AAE581-76C7-4B4B-84B2-2E101110FF82}">
      <dgm:prSet phldrT="[Texte]"/>
      <dgm:spPr>
        <a:solidFill>
          <a:srgbClr val="FFCCCC"/>
        </a:solidFill>
      </dgm:spPr>
      <dgm:t>
        <a:bodyPr/>
        <a:lstStyle/>
        <a:p>
          <a:r>
            <a:rPr lang="en-US" dirty="0">
              <a:latin typeface="Arial Black" panose="020B0A04020102020204" pitchFamily="34" charset="0"/>
            </a:rPr>
            <a:t>Resources utilises</a:t>
          </a:r>
          <a:endParaRPr lang="fr-FR" dirty="0">
            <a:latin typeface="Arial Black" panose="020B0A04020102020204" pitchFamily="34" charset="0"/>
          </a:endParaRPr>
        </a:p>
      </dgm:t>
    </dgm:pt>
    <dgm:pt modelId="{3C00D1BA-DDEA-45DE-9A7F-70ECD885DDFE}" type="parTrans" cxnId="{1788E313-7388-4F50-8D1A-B4802FC3B71B}">
      <dgm:prSet/>
      <dgm:spPr/>
      <dgm:t>
        <a:bodyPr/>
        <a:lstStyle/>
        <a:p>
          <a:endParaRPr lang="fr-FR"/>
        </a:p>
      </dgm:t>
    </dgm:pt>
    <dgm:pt modelId="{895E40EA-C0BE-4223-8BA5-2A33F6140BC3}" type="sibTrans" cxnId="{1788E313-7388-4F50-8D1A-B4802FC3B71B}">
      <dgm:prSet/>
      <dgm:spPr/>
      <dgm:t>
        <a:bodyPr/>
        <a:lstStyle/>
        <a:p>
          <a:endParaRPr lang="fr-FR"/>
        </a:p>
      </dgm:t>
    </dgm:pt>
    <dgm:pt modelId="{B6ED86F8-3BCB-47E6-B60F-D879ECDE1DC9}">
      <dgm:prSet phldrT="[Texte]"/>
      <dgm:spPr>
        <a:solidFill>
          <a:srgbClr val="FFCCCC"/>
        </a:solidFill>
      </dgm:spPr>
      <dgm:t>
        <a:bodyPr/>
        <a:lstStyle/>
        <a:p>
          <a:r>
            <a:rPr lang="en-US" dirty="0">
              <a:latin typeface="Arial Black" panose="020B0A04020102020204" pitchFamily="34" charset="0"/>
            </a:rPr>
            <a:t>Demonstration du Sites</a:t>
          </a:r>
          <a:endParaRPr lang="fr-FR" dirty="0">
            <a:latin typeface="Arial Black" panose="020B0A04020102020204" pitchFamily="34" charset="0"/>
          </a:endParaRPr>
        </a:p>
      </dgm:t>
    </dgm:pt>
    <dgm:pt modelId="{2615576E-07E0-436A-971F-0A10F09DFCC9}" type="parTrans" cxnId="{00FF6171-78F2-4022-AE6D-759991878101}">
      <dgm:prSet/>
      <dgm:spPr/>
      <dgm:t>
        <a:bodyPr/>
        <a:lstStyle/>
        <a:p>
          <a:endParaRPr lang="fr-FR"/>
        </a:p>
      </dgm:t>
    </dgm:pt>
    <dgm:pt modelId="{012EE062-9575-4191-AA12-2C582D5F7F51}" type="sibTrans" cxnId="{00FF6171-78F2-4022-AE6D-759991878101}">
      <dgm:prSet/>
      <dgm:spPr/>
      <dgm:t>
        <a:bodyPr/>
        <a:lstStyle/>
        <a:p>
          <a:endParaRPr lang="fr-FR"/>
        </a:p>
      </dgm:t>
    </dgm:pt>
    <dgm:pt modelId="{413D097C-C2DD-4FC6-9501-0BBF50A818FB}">
      <dgm:prSet phldrT="[Texte]"/>
      <dgm:spPr>
        <a:solidFill>
          <a:srgbClr val="FFCCCC"/>
        </a:solidFill>
      </dgm:spPr>
      <dgm:t>
        <a:bodyPr/>
        <a:lstStyle/>
        <a:p>
          <a:r>
            <a:rPr lang="en-US" dirty="0">
              <a:latin typeface="Arial Black" panose="020B0A04020102020204" pitchFamily="34" charset="0"/>
            </a:rPr>
            <a:t>Difficulties rencontres</a:t>
          </a:r>
          <a:endParaRPr lang="fr-FR" dirty="0">
            <a:latin typeface="Arial Black" panose="020B0A04020102020204" pitchFamily="34" charset="0"/>
          </a:endParaRPr>
        </a:p>
      </dgm:t>
    </dgm:pt>
    <dgm:pt modelId="{60820985-2ABA-4D4E-946B-8B49C67DF956}" type="sibTrans" cxnId="{90435C30-F326-40BC-985C-07E9A105D15D}">
      <dgm:prSet/>
      <dgm:spPr/>
      <dgm:t>
        <a:bodyPr/>
        <a:lstStyle/>
        <a:p>
          <a:endParaRPr lang="fr-FR"/>
        </a:p>
      </dgm:t>
    </dgm:pt>
    <dgm:pt modelId="{5F225A6C-C150-4C93-94E9-18B5DAD23664}" type="parTrans" cxnId="{90435C30-F326-40BC-985C-07E9A105D15D}">
      <dgm:prSet/>
      <dgm:spPr/>
      <dgm:t>
        <a:bodyPr/>
        <a:lstStyle/>
        <a:p>
          <a:endParaRPr lang="fr-FR"/>
        </a:p>
      </dgm:t>
    </dgm:pt>
    <dgm:pt modelId="{A393AC39-8238-40DE-A8BD-00265C564627}">
      <dgm:prSet phldrT="[Texte]"/>
      <dgm:spPr>
        <a:solidFill>
          <a:srgbClr val="FFCCCC"/>
        </a:solidFill>
      </dgm:spPr>
      <dgm:t>
        <a:bodyPr/>
        <a:lstStyle/>
        <a:p>
          <a:r>
            <a:rPr lang="en-US" dirty="0">
              <a:latin typeface="Arial Black" panose="020B0A04020102020204" pitchFamily="34" charset="0"/>
            </a:rPr>
            <a:t>Conclusion et Perspectives</a:t>
          </a:r>
          <a:endParaRPr lang="fr-FR" dirty="0">
            <a:latin typeface="Arial Black" panose="020B0A04020102020204" pitchFamily="34" charset="0"/>
          </a:endParaRPr>
        </a:p>
      </dgm:t>
    </dgm:pt>
    <dgm:pt modelId="{4155E23B-B33E-42AE-928C-B637A0B9F3C6}" type="parTrans" cxnId="{32F6D879-5348-4CBD-86F0-74A203EA0FC4}">
      <dgm:prSet/>
      <dgm:spPr/>
      <dgm:t>
        <a:bodyPr/>
        <a:lstStyle/>
        <a:p>
          <a:endParaRPr lang="fr-FR"/>
        </a:p>
      </dgm:t>
    </dgm:pt>
    <dgm:pt modelId="{0DA1DAFC-5989-4F65-92A8-E8DCD416C148}" type="sibTrans" cxnId="{32F6D879-5348-4CBD-86F0-74A203EA0FC4}">
      <dgm:prSet/>
      <dgm:spPr/>
      <dgm:t>
        <a:bodyPr/>
        <a:lstStyle/>
        <a:p>
          <a:endParaRPr lang="fr-FR"/>
        </a:p>
      </dgm:t>
    </dgm:pt>
    <dgm:pt modelId="{33F4F755-3EC8-405E-801E-A97FCD71A66C}" type="pres">
      <dgm:prSet presAssocID="{9AC4076B-C26F-4EF6-8EFA-5CE916106BB7}" presName="outerComposite" presStyleCnt="0">
        <dgm:presLayoutVars>
          <dgm:chMax val="5"/>
          <dgm:dir/>
          <dgm:resizeHandles val="exact"/>
        </dgm:presLayoutVars>
      </dgm:prSet>
      <dgm:spPr/>
    </dgm:pt>
    <dgm:pt modelId="{85EF8F15-FDB2-480A-8DEE-5B53C2F9C669}" type="pres">
      <dgm:prSet presAssocID="{9AC4076B-C26F-4EF6-8EFA-5CE916106BB7}" presName="dummyMaxCanvas" presStyleCnt="0">
        <dgm:presLayoutVars/>
      </dgm:prSet>
      <dgm:spPr/>
    </dgm:pt>
    <dgm:pt modelId="{769A1E2F-2844-4571-BC44-0BFC7C1AE8D8}" type="pres">
      <dgm:prSet presAssocID="{9AC4076B-C26F-4EF6-8EFA-5CE916106BB7}" presName="FourNodes_1" presStyleLbl="node1" presStyleIdx="0" presStyleCnt="4">
        <dgm:presLayoutVars>
          <dgm:bulletEnabled val="1"/>
        </dgm:presLayoutVars>
      </dgm:prSet>
      <dgm:spPr/>
    </dgm:pt>
    <dgm:pt modelId="{79B0ED93-9726-4CEB-8821-4D0080093AFB}" type="pres">
      <dgm:prSet presAssocID="{9AC4076B-C26F-4EF6-8EFA-5CE916106BB7}" presName="FourNodes_2" presStyleLbl="node1" presStyleIdx="1" presStyleCnt="4" custLinFactNeighborX="-557" custLinFactNeighborY="-5332">
        <dgm:presLayoutVars>
          <dgm:bulletEnabled val="1"/>
        </dgm:presLayoutVars>
      </dgm:prSet>
      <dgm:spPr/>
    </dgm:pt>
    <dgm:pt modelId="{C0E507DB-5214-4A9C-A888-156DEB05C341}" type="pres">
      <dgm:prSet presAssocID="{9AC4076B-C26F-4EF6-8EFA-5CE916106BB7}" presName="FourNodes_3" presStyleLbl="node1" presStyleIdx="2" presStyleCnt="4">
        <dgm:presLayoutVars>
          <dgm:bulletEnabled val="1"/>
        </dgm:presLayoutVars>
      </dgm:prSet>
      <dgm:spPr/>
    </dgm:pt>
    <dgm:pt modelId="{9E10BB65-BEB2-45BE-922F-C31077EC95DB}" type="pres">
      <dgm:prSet presAssocID="{9AC4076B-C26F-4EF6-8EFA-5CE916106BB7}" presName="FourNodes_4" presStyleLbl="node1" presStyleIdx="3" presStyleCnt="4">
        <dgm:presLayoutVars>
          <dgm:bulletEnabled val="1"/>
        </dgm:presLayoutVars>
      </dgm:prSet>
      <dgm:spPr/>
    </dgm:pt>
    <dgm:pt modelId="{15C69775-9B17-4F08-9A32-91D26F60FA7E}" type="pres">
      <dgm:prSet presAssocID="{9AC4076B-C26F-4EF6-8EFA-5CE916106BB7}" presName="FourConn_1-2" presStyleLbl="fgAccFollowNode1" presStyleIdx="0" presStyleCnt="3">
        <dgm:presLayoutVars>
          <dgm:bulletEnabled val="1"/>
        </dgm:presLayoutVars>
      </dgm:prSet>
      <dgm:spPr/>
    </dgm:pt>
    <dgm:pt modelId="{C14A53C9-B38F-49CE-8E33-5F23AB021FD3}" type="pres">
      <dgm:prSet presAssocID="{9AC4076B-C26F-4EF6-8EFA-5CE916106BB7}" presName="FourConn_2-3" presStyleLbl="fgAccFollowNode1" presStyleIdx="1" presStyleCnt="3">
        <dgm:presLayoutVars>
          <dgm:bulletEnabled val="1"/>
        </dgm:presLayoutVars>
      </dgm:prSet>
      <dgm:spPr/>
    </dgm:pt>
    <dgm:pt modelId="{17428FAF-CE7E-47D1-B04C-5C2C3F677939}" type="pres">
      <dgm:prSet presAssocID="{9AC4076B-C26F-4EF6-8EFA-5CE916106BB7}" presName="FourConn_3-4" presStyleLbl="fgAccFollowNode1" presStyleIdx="2" presStyleCnt="3">
        <dgm:presLayoutVars>
          <dgm:bulletEnabled val="1"/>
        </dgm:presLayoutVars>
      </dgm:prSet>
      <dgm:spPr/>
    </dgm:pt>
    <dgm:pt modelId="{AFF5B0CE-A292-4342-AFCB-B7306A1BCF83}" type="pres">
      <dgm:prSet presAssocID="{9AC4076B-C26F-4EF6-8EFA-5CE916106BB7}" presName="FourNodes_1_text" presStyleLbl="node1" presStyleIdx="3" presStyleCnt="4">
        <dgm:presLayoutVars>
          <dgm:bulletEnabled val="1"/>
        </dgm:presLayoutVars>
      </dgm:prSet>
      <dgm:spPr/>
    </dgm:pt>
    <dgm:pt modelId="{98A1C2FE-B81A-449E-B823-10178CFAE331}" type="pres">
      <dgm:prSet presAssocID="{9AC4076B-C26F-4EF6-8EFA-5CE916106BB7}" presName="FourNodes_2_text" presStyleLbl="node1" presStyleIdx="3" presStyleCnt="4">
        <dgm:presLayoutVars>
          <dgm:bulletEnabled val="1"/>
        </dgm:presLayoutVars>
      </dgm:prSet>
      <dgm:spPr/>
    </dgm:pt>
    <dgm:pt modelId="{021E3AA2-29E0-475C-AED4-6D0CA059C6E6}" type="pres">
      <dgm:prSet presAssocID="{9AC4076B-C26F-4EF6-8EFA-5CE916106BB7}" presName="FourNodes_3_text" presStyleLbl="node1" presStyleIdx="3" presStyleCnt="4">
        <dgm:presLayoutVars>
          <dgm:bulletEnabled val="1"/>
        </dgm:presLayoutVars>
      </dgm:prSet>
      <dgm:spPr/>
    </dgm:pt>
    <dgm:pt modelId="{092B6E8A-7F42-4C87-BE7E-F93D82E308EA}" type="pres">
      <dgm:prSet presAssocID="{9AC4076B-C26F-4EF6-8EFA-5CE916106BB7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1788E313-7388-4F50-8D1A-B4802FC3B71B}" srcId="{9AC4076B-C26F-4EF6-8EFA-5CE916106BB7}" destId="{A9AAE581-76C7-4B4B-84B2-2E101110FF82}" srcOrd="1" destOrd="0" parTransId="{3C00D1BA-DDEA-45DE-9A7F-70ECD885DDFE}" sibTransId="{895E40EA-C0BE-4223-8BA5-2A33F6140BC3}"/>
    <dgm:cxn modelId="{F05A5429-C84E-458D-A93D-F7362941724D}" type="presOf" srcId="{413D097C-C2DD-4FC6-9501-0BBF50A818FB}" destId="{769A1E2F-2844-4571-BC44-0BFC7C1AE8D8}" srcOrd="0" destOrd="0" presId="urn:microsoft.com/office/officeart/2005/8/layout/vProcess5"/>
    <dgm:cxn modelId="{90435C30-F326-40BC-985C-07E9A105D15D}" srcId="{9AC4076B-C26F-4EF6-8EFA-5CE916106BB7}" destId="{413D097C-C2DD-4FC6-9501-0BBF50A818FB}" srcOrd="0" destOrd="0" parTransId="{5F225A6C-C150-4C93-94E9-18B5DAD23664}" sibTransId="{60820985-2ABA-4D4E-946B-8B49C67DF956}"/>
    <dgm:cxn modelId="{AFDCAF32-5A70-4113-81C7-FB07B6C18D98}" type="presOf" srcId="{60820985-2ABA-4D4E-946B-8B49C67DF956}" destId="{15C69775-9B17-4F08-9A32-91D26F60FA7E}" srcOrd="0" destOrd="0" presId="urn:microsoft.com/office/officeart/2005/8/layout/vProcess5"/>
    <dgm:cxn modelId="{6A8F9D5E-722B-4873-A712-6897B6ED24AF}" type="presOf" srcId="{A9AAE581-76C7-4B4B-84B2-2E101110FF82}" destId="{98A1C2FE-B81A-449E-B823-10178CFAE331}" srcOrd="1" destOrd="0" presId="urn:microsoft.com/office/officeart/2005/8/layout/vProcess5"/>
    <dgm:cxn modelId="{00FF6171-78F2-4022-AE6D-759991878101}" srcId="{9AC4076B-C26F-4EF6-8EFA-5CE916106BB7}" destId="{B6ED86F8-3BCB-47E6-B60F-D879ECDE1DC9}" srcOrd="2" destOrd="0" parTransId="{2615576E-07E0-436A-971F-0A10F09DFCC9}" sibTransId="{012EE062-9575-4191-AA12-2C582D5F7F51}"/>
    <dgm:cxn modelId="{32F6D879-5348-4CBD-86F0-74A203EA0FC4}" srcId="{9AC4076B-C26F-4EF6-8EFA-5CE916106BB7}" destId="{A393AC39-8238-40DE-A8BD-00265C564627}" srcOrd="3" destOrd="0" parTransId="{4155E23B-B33E-42AE-928C-B637A0B9F3C6}" sibTransId="{0DA1DAFC-5989-4F65-92A8-E8DCD416C148}"/>
    <dgm:cxn modelId="{19A43285-E65F-4B0E-A5B1-33A2D2FDD6A9}" type="presOf" srcId="{A393AC39-8238-40DE-A8BD-00265C564627}" destId="{9E10BB65-BEB2-45BE-922F-C31077EC95DB}" srcOrd="0" destOrd="0" presId="urn:microsoft.com/office/officeart/2005/8/layout/vProcess5"/>
    <dgm:cxn modelId="{70E6CB95-DE98-4F74-AC15-464AE7D4CB62}" type="presOf" srcId="{895E40EA-C0BE-4223-8BA5-2A33F6140BC3}" destId="{C14A53C9-B38F-49CE-8E33-5F23AB021FD3}" srcOrd="0" destOrd="0" presId="urn:microsoft.com/office/officeart/2005/8/layout/vProcess5"/>
    <dgm:cxn modelId="{DFA5DA9D-F27B-44A2-B14D-DC4CBE41979F}" type="presOf" srcId="{012EE062-9575-4191-AA12-2C582D5F7F51}" destId="{17428FAF-CE7E-47D1-B04C-5C2C3F677939}" srcOrd="0" destOrd="0" presId="urn:microsoft.com/office/officeart/2005/8/layout/vProcess5"/>
    <dgm:cxn modelId="{3BE63DA3-137C-4244-A43F-8FD0D9727EF6}" type="presOf" srcId="{A393AC39-8238-40DE-A8BD-00265C564627}" destId="{092B6E8A-7F42-4C87-BE7E-F93D82E308EA}" srcOrd="1" destOrd="0" presId="urn:microsoft.com/office/officeart/2005/8/layout/vProcess5"/>
    <dgm:cxn modelId="{EB7164A3-1DE4-4408-901F-249A427658D7}" type="presOf" srcId="{A9AAE581-76C7-4B4B-84B2-2E101110FF82}" destId="{79B0ED93-9726-4CEB-8821-4D0080093AFB}" srcOrd="0" destOrd="0" presId="urn:microsoft.com/office/officeart/2005/8/layout/vProcess5"/>
    <dgm:cxn modelId="{2E6451CF-F40D-4265-A1A4-372FD80B91AF}" type="presOf" srcId="{413D097C-C2DD-4FC6-9501-0BBF50A818FB}" destId="{AFF5B0CE-A292-4342-AFCB-B7306A1BCF83}" srcOrd="1" destOrd="0" presId="urn:microsoft.com/office/officeart/2005/8/layout/vProcess5"/>
    <dgm:cxn modelId="{733EC1DD-31C6-42F4-AF7C-CE661E654859}" type="presOf" srcId="{B6ED86F8-3BCB-47E6-B60F-D879ECDE1DC9}" destId="{021E3AA2-29E0-475C-AED4-6D0CA059C6E6}" srcOrd="1" destOrd="0" presId="urn:microsoft.com/office/officeart/2005/8/layout/vProcess5"/>
    <dgm:cxn modelId="{2F69BAE3-0260-46FF-9CC9-E79517FC5B20}" type="presOf" srcId="{9AC4076B-C26F-4EF6-8EFA-5CE916106BB7}" destId="{33F4F755-3EC8-405E-801E-A97FCD71A66C}" srcOrd="0" destOrd="0" presId="urn:microsoft.com/office/officeart/2005/8/layout/vProcess5"/>
    <dgm:cxn modelId="{DB54DFF7-1111-4E43-B26C-ADB9631D8044}" type="presOf" srcId="{B6ED86F8-3BCB-47E6-B60F-D879ECDE1DC9}" destId="{C0E507DB-5214-4A9C-A888-156DEB05C341}" srcOrd="0" destOrd="0" presId="urn:microsoft.com/office/officeart/2005/8/layout/vProcess5"/>
    <dgm:cxn modelId="{1B3C62A7-1D83-4137-94EE-AA18982C2A98}" type="presParOf" srcId="{33F4F755-3EC8-405E-801E-A97FCD71A66C}" destId="{85EF8F15-FDB2-480A-8DEE-5B53C2F9C669}" srcOrd="0" destOrd="0" presId="urn:microsoft.com/office/officeart/2005/8/layout/vProcess5"/>
    <dgm:cxn modelId="{5A419137-0200-411A-BE36-F86637955E59}" type="presParOf" srcId="{33F4F755-3EC8-405E-801E-A97FCD71A66C}" destId="{769A1E2F-2844-4571-BC44-0BFC7C1AE8D8}" srcOrd="1" destOrd="0" presId="urn:microsoft.com/office/officeart/2005/8/layout/vProcess5"/>
    <dgm:cxn modelId="{EE8DD121-8B71-454B-AB3B-FF3EDDE69A84}" type="presParOf" srcId="{33F4F755-3EC8-405E-801E-A97FCD71A66C}" destId="{79B0ED93-9726-4CEB-8821-4D0080093AFB}" srcOrd="2" destOrd="0" presId="urn:microsoft.com/office/officeart/2005/8/layout/vProcess5"/>
    <dgm:cxn modelId="{F7817425-42F7-4F86-8DBA-853471B1E635}" type="presParOf" srcId="{33F4F755-3EC8-405E-801E-A97FCD71A66C}" destId="{C0E507DB-5214-4A9C-A888-156DEB05C341}" srcOrd="3" destOrd="0" presId="urn:microsoft.com/office/officeart/2005/8/layout/vProcess5"/>
    <dgm:cxn modelId="{93FB63AE-9D11-489C-85D9-9EA91742C0B9}" type="presParOf" srcId="{33F4F755-3EC8-405E-801E-A97FCD71A66C}" destId="{9E10BB65-BEB2-45BE-922F-C31077EC95DB}" srcOrd="4" destOrd="0" presId="urn:microsoft.com/office/officeart/2005/8/layout/vProcess5"/>
    <dgm:cxn modelId="{6BEADB03-3A48-4685-9468-23B76568F8A6}" type="presParOf" srcId="{33F4F755-3EC8-405E-801E-A97FCD71A66C}" destId="{15C69775-9B17-4F08-9A32-91D26F60FA7E}" srcOrd="5" destOrd="0" presId="urn:microsoft.com/office/officeart/2005/8/layout/vProcess5"/>
    <dgm:cxn modelId="{EFB9414F-1DDD-4434-9683-CF58FA4D6722}" type="presParOf" srcId="{33F4F755-3EC8-405E-801E-A97FCD71A66C}" destId="{C14A53C9-B38F-49CE-8E33-5F23AB021FD3}" srcOrd="6" destOrd="0" presId="urn:microsoft.com/office/officeart/2005/8/layout/vProcess5"/>
    <dgm:cxn modelId="{0100CE73-E22A-46E3-BC72-5CA880DD5A56}" type="presParOf" srcId="{33F4F755-3EC8-405E-801E-A97FCD71A66C}" destId="{17428FAF-CE7E-47D1-B04C-5C2C3F677939}" srcOrd="7" destOrd="0" presId="urn:microsoft.com/office/officeart/2005/8/layout/vProcess5"/>
    <dgm:cxn modelId="{E073FB16-7882-4683-9BC0-2CAB8F7A88A9}" type="presParOf" srcId="{33F4F755-3EC8-405E-801E-A97FCD71A66C}" destId="{AFF5B0CE-A292-4342-AFCB-B7306A1BCF83}" srcOrd="8" destOrd="0" presId="urn:microsoft.com/office/officeart/2005/8/layout/vProcess5"/>
    <dgm:cxn modelId="{AF83BD2C-E3C0-4E15-99E5-B358C51099E9}" type="presParOf" srcId="{33F4F755-3EC8-405E-801E-A97FCD71A66C}" destId="{98A1C2FE-B81A-449E-B823-10178CFAE331}" srcOrd="9" destOrd="0" presId="urn:microsoft.com/office/officeart/2005/8/layout/vProcess5"/>
    <dgm:cxn modelId="{DFD8B61B-AC41-4ACF-8980-C2073477384B}" type="presParOf" srcId="{33F4F755-3EC8-405E-801E-A97FCD71A66C}" destId="{021E3AA2-29E0-475C-AED4-6D0CA059C6E6}" srcOrd="10" destOrd="0" presId="urn:microsoft.com/office/officeart/2005/8/layout/vProcess5"/>
    <dgm:cxn modelId="{DEC70562-16A6-412C-B809-73681013AABA}" type="presParOf" srcId="{33F4F755-3EC8-405E-801E-A97FCD71A66C}" destId="{092B6E8A-7F42-4C87-BE7E-F93D82E308EA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EB827A-92D2-415E-99B9-2C1C534FC4CE}">
      <dsp:nvSpPr>
        <dsp:cNvPr id="0" name=""/>
        <dsp:cNvSpPr/>
      </dsp:nvSpPr>
      <dsp:spPr>
        <a:xfrm>
          <a:off x="0" y="0"/>
          <a:ext cx="4619805" cy="1189681"/>
        </a:xfrm>
        <a:prstGeom prst="roundRect">
          <a:avLst>
            <a:gd name="adj" fmla="val 10000"/>
          </a:avLst>
        </a:prstGeom>
        <a:solidFill>
          <a:srgbClr val="FFCCCC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latin typeface="Arial Black" panose="020B0A04020102020204" pitchFamily="34" charset="0"/>
            </a:rPr>
            <a:t>Presentation</a:t>
          </a:r>
          <a:r>
            <a:rPr lang="en-US" sz="3200" kern="1200" dirty="0"/>
            <a:t> </a:t>
          </a:r>
          <a:r>
            <a:rPr lang="en-US" sz="3200" kern="1200" dirty="0">
              <a:latin typeface="Arial Black" panose="020B0A04020102020204" pitchFamily="34" charset="0"/>
            </a:rPr>
            <a:t>du Project</a:t>
          </a:r>
          <a:endParaRPr lang="fr-FR" sz="3200" kern="1200" dirty="0">
            <a:latin typeface="Arial Black" panose="020B0A04020102020204" pitchFamily="34" charset="0"/>
          </a:endParaRPr>
        </a:p>
      </dsp:txBody>
      <dsp:txXfrm>
        <a:off x="34845" y="34845"/>
        <a:ext cx="3196852" cy="1119991"/>
      </dsp:txXfrm>
    </dsp:sp>
    <dsp:sp modelId="{DAB84BF9-F6E6-467A-85F1-A62E0598EDB6}">
      <dsp:nvSpPr>
        <dsp:cNvPr id="0" name=""/>
        <dsp:cNvSpPr/>
      </dsp:nvSpPr>
      <dsp:spPr>
        <a:xfrm>
          <a:off x="344985" y="1383788"/>
          <a:ext cx="4619805" cy="1189681"/>
        </a:xfrm>
        <a:prstGeom prst="roundRect">
          <a:avLst>
            <a:gd name="adj" fmla="val 10000"/>
          </a:avLst>
        </a:prstGeom>
        <a:solidFill>
          <a:srgbClr val="FFCCCC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latin typeface="Arial Black" panose="020B0A04020102020204" pitchFamily="34" charset="0"/>
            </a:rPr>
            <a:t>Choix du design</a:t>
          </a:r>
          <a:endParaRPr lang="fr-FR" sz="2800" kern="1200" dirty="0">
            <a:latin typeface="Arial Black" panose="020B0A04020102020204" pitchFamily="34" charset="0"/>
          </a:endParaRPr>
        </a:p>
      </dsp:txBody>
      <dsp:txXfrm>
        <a:off x="379830" y="1418633"/>
        <a:ext cx="3431836" cy="1119991"/>
      </dsp:txXfrm>
    </dsp:sp>
    <dsp:sp modelId="{204ED7C3-0A7E-4FF3-9183-23FBF3027740}">
      <dsp:nvSpPr>
        <dsp:cNvPr id="0" name=""/>
        <dsp:cNvSpPr/>
      </dsp:nvSpPr>
      <dsp:spPr>
        <a:xfrm>
          <a:off x="811009" y="2649037"/>
          <a:ext cx="4619805" cy="1189681"/>
        </a:xfrm>
        <a:prstGeom prst="roundRect">
          <a:avLst>
            <a:gd name="adj" fmla="val 10000"/>
          </a:avLst>
        </a:prstGeom>
        <a:solidFill>
          <a:srgbClr val="FFCCCC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latin typeface="Arial Black" panose="020B0A04020102020204" pitchFamily="34" charset="0"/>
            </a:rPr>
            <a:t>Architecture du Site</a:t>
          </a:r>
          <a:endParaRPr lang="fr-FR" sz="2800" kern="1200" dirty="0">
            <a:latin typeface="Arial Black" panose="020B0A04020102020204" pitchFamily="34" charset="0"/>
          </a:endParaRPr>
        </a:p>
      </dsp:txBody>
      <dsp:txXfrm>
        <a:off x="845854" y="2683882"/>
        <a:ext cx="3431836" cy="1119991"/>
      </dsp:txXfrm>
    </dsp:sp>
    <dsp:sp modelId="{2C8414F1-1CC5-48A9-A99E-852C51889A84}">
      <dsp:nvSpPr>
        <dsp:cNvPr id="0" name=""/>
        <dsp:cNvSpPr/>
      </dsp:nvSpPr>
      <dsp:spPr>
        <a:xfrm>
          <a:off x="1034956" y="4064745"/>
          <a:ext cx="4619805" cy="1189681"/>
        </a:xfrm>
        <a:prstGeom prst="roundRect">
          <a:avLst>
            <a:gd name="adj" fmla="val 10000"/>
          </a:avLst>
        </a:prstGeom>
        <a:solidFill>
          <a:srgbClr val="FFCCCC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latin typeface="Arial Black" panose="020B0A04020102020204" pitchFamily="34" charset="0"/>
            </a:rPr>
            <a:t>Points Techniques</a:t>
          </a:r>
          <a:endParaRPr lang="fr-FR" sz="2800" kern="1200" dirty="0">
            <a:latin typeface="Arial Black" panose="020B0A04020102020204" pitchFamily="34" charset="0"/>
          </a:endParaRPr>
        </a:p>
      </dsp:txBody>
      <dsp:txXfrm>
        <a:off x="1069801" y="4099590"/>
        <a:ext cx="3431836" cy="1119991"/>
      </dsp:txXfrm>
    </dsp:sp>
    <dsp:sp modelId="{4F19480E-62AA-4C7D-99CE-875BBBEDC8EC}">
      <dsp:nvSpPr>
        <dsp:cNvPr id="0" name=""/>
        <dsp:cNvSpPr/>
      </dsp:nvSpPr>
      <dsp:spPr>
        <a:xfrm>
          <a:off x="1379941" y="5419661"/>
          <a:ext cx="4619805" cy="1189681"/>
        </a:xfrm>
        <a:prstGeom prst="roundRect">
          <a:avLst>
            <a:gd name="adj" fmla="val 10000"/>
          </a:avLst>
        </a:prstGeom>
        <a:solidFill>
          <a:srgbClr val="FFCCCC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latin typeface="Arial Black" panose="020B0A04020102020204" pitchFamily="34" charset="0"/>
            </a:rPr>
            <a:t>GitHub et WorkFLow GIT</a:t>
          </a:r>
          <a:endParaRPr lang="fr-FR" sz="2800" kern="1200" dirty="0">
            <a:latin typeface="Arial Black" panose="020B0A04020102020204" pitchFamily="34" charset="0"/>
          </a:endParaRPr>
        </a:p>
      </dsp:txBody>
      <dsp:txXfrm>
        <a:off x="1414786" y="5454506"/>
        <a:ext cx="3431836" cy="1119991"/>
      </dsp:txXfrm>
    </dsp:sp>
    <dsp:sp modelId="{B6B7D603-4130-43BF-823D-63F079A2A0DD}">
      <dsp:nvSpPr>
        <dsp:cNvPr id="0" name=""/>
        <dsp:cNvSpPr/>
      </dsp:nvSpPr>
      <dsp:spPr>
        <a:xfrm>
          <a:off x="3846512" y="869128"/>
          <a:ext cx="773293" cy="773293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3500" kern="1200"/>
        </a:p>
      </dsp:txBody>
      <dsp:txXfrm>
        <a:off x="4020503" y="869128"/>
        <a:ext cx="425311" cy="581903"/>
      </dsp:txXfrm>
    </dsp:sp>
    <dsp:sp modelId="{51CCC158-B00C-4315-BF16-201636E20DDE}">
      <dsp:nvSpPr>
        <dsp:cNvPr id="0" name=""/>
        <dsp:cNvSpPr/>
      </dsp:nvSpPr>
      <dsp:spPr>
        <a:xfrm>
          <a:off x="4191497" y="2224043"/>
          <a:ext cx="773293" cy="773293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3500" kern="1200"/>
        </a:p>
      </dsp:txBody>
      <dsp:txXfrm>
        <a:off x="4365488" y="2224043"/>
        <a:ext cx="425311" cy="581903"/>
      </dsp:txXfrm>
    </dsp:sp>
    <dsp:sp modelId="{6F3DC3B7-3CBD-4BF3-A6B5-B04970BA18EC}">
      <dsp:nvSpPr>
        <dsp:cNvPr id="0" name=""/>
        <dsp:cNvSpPr/>
      </dsp:nvSpPr>
      <dsp:spPr>
        <a:xfrm>
          <a:off x="4536482" y="3559131"/>
          <a:ext cx="773293" cy="773293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3500" kern="1200"/>
        </a:p>
      </dsp:txBody>
      <dsp:txXfrm>
        <a:off x="4710473" y="3559131"/>
        <a:ext cx="425311" cy="581903"/>
      </dsp:txXfrm>
    </dsp:sp>
    <dsp:sp modelId="{15A5DD69-42EF-4523-8CD6-7DC8CCF548D7}">
      <dsp:nvSpPr>
        <dsp:cNvPr id="0" name=""/>
        <dsp:cNvSpPr/>
      </dsp:nvSpPr>
      <dsp:spPr>
        <a:xfrm>
          <a:off x="4881468" y="4927265"/>
          <a:ext cx="773293" cy="773293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3500" kern="1200"/>
        </a:p>
      </dsp:txBody>
      <dsp:txXfrm>
        <a:off x="5055459" y="4927265"/>
        <a:ext cx="425311" cy="58190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9A1E2F-2844-4571-BC44-0BFC7C1AE8D8}">
      <dsp:nvSpPr>
        <dsp:cNvPr id="0" name=""/>
        <dsp:cNvSpPr/>
      </dsp:nvSpPr>
      <dsp:spPr>
        <a:xfrm>
          <a:off x="0" y="0"/>
          <a:ext cx="5248976" cy="1234536"/>
        </a:xfrm>
        <a:prstGeom prst="roundRect">
          <a:avLst>
            <a:gd name="adj" fmla="val 10000"/>
          </a:avLst>
        </a:prstGeom>
        <a:solidFill>
          <a:srgbClr val="FFCCCC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>
              <a:latin typeface="Arial Black" panose="020B0A04020102020204" pitchFamily="34" charset="0"/>
            </a:rPr>
            <a:t>Difficulties rencontres</a:t>
          </a:r>
          <a:endParaRPr lang="fr-FR" sz="2900" kern="1200" dirty="0">
            <a:latin typeface="Arial Black" panose="020B0A04020102020204" pitchFamily="34" charset="0"/>
          </a:endParaRPr>
        </a:p>
      </dsp:txBody>
      <dsp:txXfrm>
        <a:off x="36158" y="36158"/>
        <a:ext cx="3812498" cy="1162220"/>
      </dsp:txXfrm>
    </dsp:sp>
    <dsp:sp modelId="{79B0ED93-9726-4CEB-8821-4D0080093AFB}">
      <dsp:nvSpPr>
        <dsp:cNvPr id="0" name=""/>
        <dsp:cNvSpPr/>
      </dsp:nvSpPr>
      <dsp:spPr>
        <a:xfrm>
          <a:off x="410365" y="1393171"/>
          <a:ext cx="5248976" cy="1234536"/>
        </a:xfrm>
        <a:prstGeom prst="roundRect">
          <a:avLst>
            <a:gd name="adj" fmla="val 10000"/>
          </a:avLst>
        </a:prstGeom>
        <a:solidFill>
          <a:srgbClr val="FFCCCC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>
              <a:latin typeface="Arial Black" panose="020B0A04020102020204" pitchFamily="34" charset="0"/>
            </a:rPr>
            <a:t>Resources utilises</a:t>
          </a:r>
          <a:endParaRPr lang="fr-FR" sz="2900" kern="1200" dirty="0">
            <a:latin typeface="Arial Black" panose="020B0A04020102020204" pitchFamily="34" charset="0"/>
          </a:endParaRPr>
        </a:p>
      </dsp:txBody>
      <dsp:txXfrm>
        <a:off x="446523" y="1429329"/>
        <a:ext cx="3934610" cy="1162220"/>
      </dsp:txXfrm>
    </dsp:sp>
    <dsp:sp modelId="{C0E507DB-5214-4A9C-A888-156DEB05C341}">
      <dsp:nvSpPr>
        <dsp:cNvPr id="0" name=""/>
        <dsp:cNvSpPr/>
      </dsp:nvSpPr>
      <dsp:spPr>
        <a:xfrm>
          <a:off x="872642" y="2917994"/>
          <a:ext cx="5248976" cy="1234536"/>
        </a:xfrm>
        <a:prstGeom prst="roundRect">
          <a:avLst>
            <a:gd name="adj" fmla="val 10000"/>
          </a:avLst>
        </a:prstGeom>
        <a:solidFill>
          <a:srgbClr val="FFCCCC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>
              <a:latin typeface="Arial Black" panose="020B0A04020102020204" pitchFamily="34" charset="0"/>
            </a:rPr>
            <a:t>Demonstration du Sites</a:t>
          </a:r>
          <a:endParaRPr lang="fr-FR" sz="2900" kern="1200" dirty="0">
            <a:latin typeface="Arial Black" panose="020B0A04020102020204" pitchFamily="34" charset="0"/>
          </a:endParaRPr>
        </a:p>
      </dsp:txBody>
      <dsp:txXfrm>
        <a:off x="908800" y="2954152"/>
        <a:ext cx="3941171" cy="1162220"/>
      </dsp:txXfrm>
    </dsp:sp>
    <dsp:sp modelId="{9E10BB65-BEB2-45BE-922F-C31077EC95DB}">
      <dsp:nvSpPr>
        <dsp:cNvPr id="0" name=""/>
        <dsp:cNvSpPr/>
      </dsp:nvSpPr>
      <dsp:spPr>
        <a:xfrm>
          <a:off x="1312244" y="4376991"/>
          <a:ext cx="5248976" cy="1234536"/>
        </a:xfrm>
        <a:prstGeom prst="roundRect">
          <a:avLst>
            <a:gd name="adj" fmla="val 10000"/>
          </a:avLst>
        </a:prstGeom>
        <a:solidFill>
          <a:srgbClr val="FFCCCC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>
              <a:latin typeface="Arial Black" panose="020B0A04020102020204" pitchFamily="34" charset="0"/>
            </a:rPr>
            <a:t>Conclusion et Perspectives</a:t>
          </a:r>
          <a:endParaRPr lang="fr-FR" sz="2900" kern="1200" dirty="0">
            <a:latin typeface="Arial Black" panose="020B0A04020102020204" pitchFamily="34" charset="0"/>
          </a:endParaRPr>
        </a:p>
      </dsp:txBody>
      <dsp:txXfrm>
        <a:off x="1348402" y="4413149"/>
        <a:ext cx="3934610" cy="1162220"/>
      </dsp:txXfrm>
    </dsp:sp>
    <dsp:sp modelId="{15C69775-9B17-4F08-9A32-91D26F60FA7E}">
      <dsp:nvSpPr>
        <dsp:cNvPr id="0" name=""/>
        <dsp:cNvSpPr/>
      </dsp:nvSpPr>
      <dsp:spPr>
        <a:xfrm>
          <a:off x="4446528" y="945542"/>
          <a:ext cx="802448" cy="802448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3600" kern="1200"/>
        </a:p>
      </dsp:txBody>
      <dsp:txXfrm>
        <a:off x="4627079" y="945542"/>
        <a:ext cx="441346" cy="603842"/>
      </dsp:txXfrm>
    </dsp:sp>
    <dsp:sp modelId="{C14A53C9-B38F-49CE-8E33-5F23AB021FD3}">
      <dsp:nvSpPr>
        <dsp:cNvPr id="0" name=""/>
        <dsp:cNvSpPr/>
      </dsp:nvSpPr>
      <dsp:spPr>
        <a:xfrm>
          <a:off x="4886130" y="2404539"/>
          <a:ext cx="802448" cy="802448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3600" kern="1200"/>
        </a:p>
      </dsp:txBody>
      <dsp:txXfrm>
        <a:off x="5066681" y="2404539"/>
        <a:ext cx="441346" cy="603842"/>
      </dsp:txXfrm>
    </dsp:sp>
    <dsp:sp modelId="{17428FAF-CE7E-47D1-B04C-5C2C3F677939}">
      <dsp:nvSpPr>
        <dsp:cNvPr id="0" name=""/>
        <dsp:cNvSpPr/>
      </dsp:nvSpPr>
      <dsp:spPr>
        <a:xfrm>
          <a:off x="5319170" y="3863537"/>
          <a:ext cx="802448" cy="802448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3600" kern="1200"/>
        </a:p>
      </dsp:txBody>
      <dsp:txXfrm>
        <a:off x="5499721" y="3863537"/>
        <a:ext cx="441346" cy="60384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850D274-DA17-460A-BC23-4BB90EEACA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E9AE38F-BA1D-4C8D-B633-667D05641F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CEFA84F-2C15-43E8-A7A2-1ADCE5CC9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A78F8-2813-4967-BD16-E249EB4EC390}" type="datetimeFigureOut">
              <a:rPr lang="fr-FR" smtClean="0"/>
              <a:t>19/06/2026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7EEFFD4-68DF-4604-A79D-4A85BC1DD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32F0BF5-1C0A-4DB0-9013-A099743A3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69A6D-6BC3-46F9-A5C6-40C859BAA7E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11409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2EA4DF-D32C-4F05-9A78-F738A1121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FA613B2-DDCE-4E63-9990-B9C01EEF9E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27FC926-80D3-40D2-A798-8362FF955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A78F8-2813-4967-BD16-E249EB4EC390}" type="datetimeFigureOut">
              <a:rPr lang="fr-FR" smtClean="0"/>
              <a:t>19/06/2026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50C46BA-3D39-45F5-8D53-87F4BDF56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A0F0BA4-D49B-49B2-8E3E-83F5047F5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69A6D-6BC3-46F9-A5C6-40C859BAA7E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40978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42FCA22-D418-41DB-AE91-B3FB089EC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7FA7F1F-5FEE-4EA9-A838-CACA84C534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893292C-F86C-49E9-9EB7-9A6F0F14F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A78F8-2813-4967-BD16-E249EB4EC390}" type="datetimeFigureOut">
              <a:rPr lang="fr-FR" smtClean="0"/>
              <a:t>19/06/2026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06E16E0-718E-4AA1-9CB0-8A128A11C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879D8EE-8B87-4737-9FF1-02AF6E902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69A6D-6BC3-46F9-A5C6-40C859BAA7E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9720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5B555D-03C8-48C0-A382-034A67F3F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9561CEB-859C-4327-8D2A-BB9925C979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1DF082D-DDA8-4BA9-9D97-99DA38A012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A045EF3-244E-4E16-BFE6-24B5D3C68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A78F8-2813-4967-BD16-E249EB4EC390}" type="datetimeFigureOut">
              <a:rPr lang="fr-FR" smtClean="0"/>
              <a:t>19/06/2026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9A9617B-1299-4D3B-9B51-1BE3F9E01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A818019-3D6B-4C87-A266-7071291BA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69A6D-6BC3-46F9-A5C6-40C859BAA7E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45638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D8AC8E5-3570-4C89-9D22-6663D0D88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937F36D-C240-416B-9391-91E3276929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DB0E209-E054-484B-A2AA-A2B6DD35E0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CD70F914-33FC-42C2-AEB2-F5C6263939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4559B23-4021-4CF7-B280-B1AD1940AD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E48A83F8-0E72-4A32-BF78-469D3E66E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A78F8-2813-4967-BD16-E249EB4EC390}" type="datetimeFigureOut">
              <a:rPr lang="fr-FR" smtClean="0"/>
              <a:t>19/06/2026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BDF2DB1E-98D6-4273-BE96-9B1F57FFB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E23C3A8B-1B45-426C-8E3E-F359918FE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69A6D-6BC3-46F9-A5C6-40C859BAA7E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34587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DEB12A3-BA75-4E02-A0B7-15F8F262C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6824AE3-3AEC-4C3D-B99F-A5E342982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A78F8-2813-4967-BD16-E249EB4EC390}" type="datetimeFigureOut">
              <a:rPr lang="fr-FR" smtClean="0"/>
              <a:t>19/06/2026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8FA2D90-4116-48F8-8CF4-3A9EA0E6E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5BB5B74-77F8-417D-B6BB-8F1BB78E5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69A6D-6BC3-46F9-A5C6-40C859BAA7E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8349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3C0B9EEA-7750-4BEC-9224-5DC0A3667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A78F8-2813-4967-BD16-E249EB4EC390}" type="datetimeFigureOut">
              <a:rPr lang="fr-FR" smtClean="0"/>
              <a:t>19/06/2026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35BF3DA-7060-4B1D-82EB-B82A74E77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D31F028-4D9B-4F25-8A48-64F08AE39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69A6D-6BC3-46F9-A5C6-40C859BAA7E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61247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5C85D6-D53B-4FB5-82CD-0A5721ED9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CE74DA2-970C-48B3-A86D-851D5C74A2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B1FB667-AFC9-45BF-95A6-0AEE3683B9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2634B38-2785-4CED-B7E2-956820CAB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A78F8-2813-4967-BD16-E249EB4EC390}" type="datetimeFigureOut">
              <a:rPr lang="fr-FR" smtClean="0"/>
              <a:t>19/06/2026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1B38FF7-69B1-45B7-8412-0283E24FC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48D133C-2748-4694-9E1E-8C779104F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69A6D-6BC3-46F9-A5C6-40C859BAA7E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4041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8D16AD-DDE9-4CEC-A3C0-B2219732F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6D046073-FCEA-4150-BA61-99340A9059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E724478-97A6-4CE7-A80C-FFD90A73A0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8979F6B-7EE5-4F32-9075-4381C7894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A78F8-2813-4967-BD16-E249EB4EC390}" type="datetimeFigureOut">
              <a:rPr lang="fr-FR" smtClean="0"/>
              <a:t>19/06/2026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CCF476E-6953-4033-9963-2B3F258B5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4B441FF-28A0-4812-A53B-43E121489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69A6D-6BC3-46F9-A5C6-40C859BAA7E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572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28A60F-740B-49A6-B331-D2F06D5A7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0B78F3A-D265-4EBE-9DDF-8C451B3A64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26CABD4-24C2-49F6-9563-E9A9DB912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A78F8-2813-4967-BD16-E249EB4EC390}" type="datetimeFigureOut">
              <a:rPr lang="fr-FR" smtClean="0"/>
              <a:t>19/06/2026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A7AA036-8391-415B-BA30-10E1E032F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70ABDF7-8925-49D3-AE3B-D1E3F0600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69A6D-6BC3-46F9-A5C6-40C859BAA7E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4400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DB8E3B50-5228-4D47-8792-0ED2F678AB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53098D1-93B0-4062-A772-77273BB024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FF370DC-701C-498D-A99B-AB5173D61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A78F8-2813-4967-BD16-E249EB4EC390}" type="datetimeFigureOut">
              <a:rPr lang="fr-FR" smtClean="0"/>
              <a:t>19/06/2026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E577ED8-5D7A-4AD5-9AFE-8698850A3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1AA49B8-8CFF-4B7E-9747-7E8D7D56C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69A6D-6BC3-46F9-A5C6-40C859BAA7E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84182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FB10643-2082-49EE-B155-7A573B38B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6B67874-B8C4-462E-9DAB-9D25D5B9B7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8180D76-12F2-4F30-A685-22747A1BCA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AA78F8-2813-4967-BD16-E249EB4EC390}" type="datetimeFigureOut">
              <a:rPr lang="fr-FR" smtClean="0"/>
              <a:t>19/06/2026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355D403-A656-4C3B-B0EC-09B7E62070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0657B3D-97E1-4BBE-ACEC-CC17553A1C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569A6D-6BC3-46F9-A5C6-40C859BAA7E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0222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41402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19289D0-28D4-4AB6-BFF0-C5E94FB7C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			</a:t>
            </a:r>
            <a:r>
              <a:rPr lang="en-US" dirty="0">
                <a:latin typeface="Arial Black" panose="020B0A04020102020204" pitchFamily="34" charset="0"/>
              </a:rPr>
              <a:t>TITRE</a:t>
            </a:r>
            <a:endParaRPr lang="fr-FR" dirty="0">
              <a:latin typeface="Arial Black" panose="020B0A04020102020204" pitchFamily="34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BCF8CDD-5BFB-4C5E-BFCF-9FD90EA712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latin typeface="Arial Black" panose="020B0A04020102020204" pitchFamily="34" charset="0"/>
              </a:rPr>
              <a:t>Nom du project </a:t>
            </a:r>
            <a:r>
              <a:rPr lang="en-US" sz="4800" dirty="0"/>
              <a:t>: AfriTalent</a:t>
            </a:r>
          </a:p>
          <a:p>
            <a:r>
              <a:rPr lang="en-US" sz="4000" dirty="0">
                <a:latin typeface="Arial Black" panose="020B0A04020102020204" pitchFamily="34" charset="0"/>
              </a:rPr>
              <a:t>Realise par </a:t>
            </a:r>
            <a:r>
              <a:rPr lang="en-US" sz="4800" dirty="0"/>
              <a:t>: Ndeye Fatou Ka</a:t>
            </a:r>
          </a:p>
          <a:p>
            <a:r>
              <a:rPr lang="en-US" sz="4800" dirty="0">
                <a:latin typeface="Arial Black" panose="020B0A04020102020204" pitchFamily="34" charset="0"/>
              </a:rPr>
              <a:t>CLASSE</a:t>
            </a:r>
            <a:r>
              <a:rPr lang="en-US" sz="4800" dirty="0"/>
              <a:t> : L1IAGE</a:t>
            </a:r>
          </a:p>
          <a:p>
            <a:r>
              <a:rPr lang="en-US" sz="4800" dirty="0">
                <a:latin typeface="Arial Black" panose="020B0A04020102020204" pitchFamily="34" charset="0"/>
              </a:rPr>
              <a:t>DATE</a:t>
            </a:r>
            <a:r>
              <a:rPr lang="en-US" sz="4800" dirty="0"/>
              <a:t>:18/06/2026</a:t>
            </a:r>
            <a:endParaRPr lang="fr-FR" sz="4800" dirty="0"/>
          </a:p>
        </p:txBody>
      </p:sp>
      <p:sp>
        <p:nvSpPr>
          <p:cNvPr id="4" name="Rectangle : avec coin arrondi 3">
            <a:extLst>
              <a:ext uri="{FF2B5EF4-FFF2-40B4-BE49-F238E27FC236}">
                <a16:creationId xmlns:a16="http://schemas.microsoft.com/office/drawing/2014/main" id="{B921D512-6AA5-4044-B3D8-11961D4EA628}"/>
              </a:ext>
            </a:extLst>
          </p:cNvPr>
          <p:cNvSpPr/>
          <p:nvPr/>
        </p:nvSpPr>
        <p:spPr>
          <a:xfrm>
            <a:off x="7569201" y="3291840"/>
            <a:ext cx="4511040" cy="3566160"/>
          </a:xfrm>
          <a:prstGeom prst="round1Rect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68811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me 1">
            <a:extLst>
              <a:ext uri="{FF2B5EF4-FFF2-40B4-BE49-F238E27FC236}">
                <a16:creationId xmlns:a16="http://schemas.microsoft.com/office/drawing/2014/main" id="{86AD9E25-714A-4102-AF5C-DE92071C583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2062272"/>
              </p:ext>
            </p:extLst>
          </p:nvPr>
        </p:nvGraphicFramePr>
        <p:xfrm>
          <a:off x="96253" y="124328"/>
          <a:ext cx="5999747" cy="6609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3" name="Diagramme 2">
            <a:extLst>
              <a:ext uri="{FF2B5EF4-FFF2-40B4-BE49-F238E27FC236}">
                <a16:creationId xmlns:a16="http://schemas.microsoft.com/office/drawing/2014/main" id="{4C77E380-27A7-4D73-B651-9D7100371F7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42060798"/>
              </p:ext>
            </p:extLst>
          </p:nvPr>
        </p:nvGraphicFramePr>
        <p:xfrm>
          <a:off x="5727032" y="635267"/>
          <a:ext cx="6561221" cy="56115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147719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accent2">
                <a:lumMod val="20000"/>
                <a:lumOff val="80000"/>
              </a:schemeClr>
            </a:gs>
            <a:gs pos="80000">
              <a:srgbClr val="FFCCC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FA66DCF8-2868-47FC-B4D9-DCEF93B23C1E}"/>
              </a:ext>
            </a:extLst>
          </p:cNvPr>
          <p:cNvSpPr txBox="1"/>
          <p:nvPr/>
        </p:nvSpPr>
        <p:spPr>
          <a:xfrm>
            <a:off x="762000" y="528320"/>
            <a:ext cx="10668000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 b="1" dirty="0">
                <a:latin typeface="Arial Rounded MT Bold" panose="020F0704030504030204" pitchFamily="34" charset="0"/>
              </a:rPr>
              <a:t>			PRESENTATION DU PROJET</a:t>
            </a:r>
          </a:p>
          <a:p>
            <a:r>
              <a:rPr lang="fr-FR" sz="3600" b="1" dirty="0">
                <a:latin typeface="Arial Rounded MT Bold" panose="020F0704030504030204" pitchFamily="34" charset="0"/>
              </a:rPr>
              <a:t>Contexte</a:t>
            </a:r>
          </a:p>
          <a:p>
            <a:r>
              <a:rPr lang="fr-FR" sz="3600" dirty="0"/>
              <a:t>Création d'une plateforme mettant en relation des freelances africains avec des clients.</a:t>
            </a:r>
          </a:p>
          <a:p>
            <a:r>
              <a:rPr lang="fr-FR" sz="3600" b="1" dirty="0">
                <a:latin typeface="Arial Rounded MT Bold" panose="020F0704030504030204" pitchFamily="34" charset="0"/>
              </a:rPr>
              <a:t>Objectif</a:t>
            </a:r>
          </a:p>
          <a:p>
            <a:r>
              <a:rPr lang="fr-FR" sz="3600" dirty="0"/>
              <a:t>Permettre aux utilisateurs de découvrir des profils de freelances et leurs services.</a:t>
            </a:r>
          </a:p>
          <a:p>
            <a:r>
              <a:rPr lang="fr-FR" sz="3600" b="1" dirty="0">
                <a:latin typeface="Arial Rounded MT Bold" panose="020F0704030504030204" pitchFamily="34" charset="0"/>
              </a:rPr>
              <a:t>Public cible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3600" dirty="0"/>
              <a:t>Entreprises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3600" dirty="0"/>
              <a:t>Particuliers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3600" dirty="0"/>
              <a:t>Freelances africains </a:t>
            </a:r>
          </a:p>
        </p:txBody>
      </p:sp>
    </p:spTree>
    <p:extLst>
      <p:ext uri="{BB962C8B-B14F-4D97-AF65-F5344CB8AC3E}">
        <p14:creationId xmlns:p14="http://schemas.microsoft.com/office/powerpoint/2010/main" val="29304151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E200166-3E86-43C8-B6E6-46528F089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			</a:t>
            </a: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  <a:latin typeface="Arial Rounded MT Bold" panose="020F0704030504030204" pitchFamily="34" charset="0"/>
              </a:rPr>
              <a:t>Choix de Design</a:t>
            </a:r>
            <a:endParaRPr lang="fr-FR" dirty="0">
              <a:solidFill>
                <a:schemeClr val="accent2">
                  <a:lumMod val="40000"/>
                  <a:lumOff val="60000"/>
                </a:schemeClr>
              </a:solidFill>
              <a:latin typeface="Arial Rounded MT Bold" panose="020F0704030504030204" pitchFamily="34" charset="0"/>
            </a:endParaRPr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BA944A96-1749-4B26-BBEB-259526EFAD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17655837"/>
              </p:ext>
            </p:extLst>
          </p:nvPr>
        </p:nvGraphicFramePr>
        <p:xfrm>
          <a:off x="436880" y="1551922"/>
          <a:ext cx="10510520" cy="4677880"/>
        </p:xfrm>
        <a:graphic>
          <a:graphicData uri="http://schemas.openxmlformats.org/drawingml/2006/table">
            <a:tbl>
              <a:tblPr/>
              <a:tblGrid>
                <a:gridCol w="5230261">
                  <a:extLst>
                    <a:ext uri="{9D8B030D-6E8A-4147-A177-3AD203B41FA5}">
                      <a16:colId xmlns:a16="http://schemas.microsoft.com/office/drawing/2014/main" val="3592346699"/>
                    </a:ext>
                  </a:extLst>
                </a:gridCol>
                <a:gridCol w="5280259">
                  <a:extLst>
                    <a:ext uri="{9D8B030D-6E8A-4147-A177-3AD203B41FA5}">
                      <a16:colId xmlns:a16="http://schemas.microsoft.com/office/drawing/2014/main" val="1328864113"/>
                    </a:ext>
                  </a:extLst>
                </a:gridCol>
              </a:tblGrid>
              <a:tr h="935576">
                <a:tc>
                  <a:txBody>
                    <a:bodyPr/>
                    <a:lstStyle/>
                    <a:p>
                      <a:r>
                        <a:rPr lang="fr-FR" sz="4000" dirty="0">
                          <a:latin typeface="Arial Black" panose="020B0A04020102020204" pitchFamily="34" charset="0"/>
                        </a:rPr>
                        <a:t>Couleur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3200" dirty="0">
                          <a:latin typeface="Arial Black" panose="020B0A04020102020204" pitchFamily="34" charset="0"/>
                        </a:rPr>
                        <a:t>Code </a:t>
                      </a:r>
                      <a:r>
                        <a:rPr lang="fr-FR" sz="3200" dirty="0" err="1">
                          <a:latin typeface="Arial Black" panose="020B0A04020102020204" pitchFamily="34" charset="0"/>
                        </a:rPr>
                        <a:t>Hex</a:t>
                      </a:r>
                      <a:r>
                        <a:rPr lang="fr-FR" sz="3200" dirty="0">
                          <a:latin typeface="Arial Black" panose="020B0A04020102020204" pitchFamily="34" charset="0"/>
                        </a:rPr>
                        <a:t>    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2984420"/>
                  </a:ext>
                </a:extLst>
              </a:tr>
              <a:tr h="935576">
                <a:tc>
                  <a:txBody>
                    <a:bodyPr/>
                    <a:lstStyle/>
                    <a:p>
                      <a:r>
                        <a:rPr lang="fr-FR" sz="4000" dirty="0"/>
                        <a:t>Beige clair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4000" dirty="0"/>
                        <a:t>#EAC7BA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7981123"/>
                  </a:ext>
                </a:extLst>
              </a:tr>
              <a:tr h="935576">
                <a:tc>
                  <a:txBody>
                    <a:bodyPr/>
                    <a:lstStyle/>
                    <a:p>
                      <a:r>
                        <a:rPr lang="fr-FR" sz="4000" dirty="0"/>
                        <a:t>Rose poudré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4000" dirty="0"/>
                        <a:t>#EDDAD4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8840253"/>
                  </a:ext>
                </a:extLst>
              </a:tr>
              <a:tr h="935576">
                <a:tc>
                  <a:txBody>
                    <a:bodyPr/>
                    <a:lstStyle/>
                    <a:p>
                      <a:r>
                        <a:rPr lang="fr-FR" sz="4000" dirty="0"/>
                        <a:t>Noir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4000"/>
                        <a:t>#121212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4158435"/>
                  </a:ext>
                </a:extLst>
              </a:tr>
              <a:tr h="935576">
                <a:tc>
                  <a:txBody>
                    <a:bodyPr/>
                    <a:lstStyle/>
                    <a:p>
                      <a:r>
                        <a:rPr lang="fr-FR" sz="4000" dirty="0"/>
                        <a:t>Blanc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4000" dirty="0"/>
                        <a:t>#FFFFFF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3018192"/>
                  </a:ext>
                </a:extLst>
              </a:tr>
            </a:tbl>
          </a:graphicData>
        </a:graphic>
      </p:graphicFrame>
      <p:sp>
        <p:nvSpPr>
          <p:cNvPr id="5" name="Ellipse 4">
            <a:extLst>
              <a:ext uri="{FF2B5EF4-FFF2-40B4-BE49-F238E27FC236}">
                <a16:creationId xmlns:a16="http://schemas.microsoft.com/office/drawing/2014/main" id="{B41D2BC1-2945-4409-B3E8-6CE6BD2A6C49}"/>
              </a:ext>
            </a:extLst>
          </p:cNvPr>
          <p:cNvSpPr/>
          <p:nvPr/>
        </p:nvSpPr>
        <p:spPr>
          <a:xfrm>
            <a:off x="7775208" y="2697013"/>
            <a:ext cx="1343526" cy="567890"/>
          </a:xfrm>
          <a:prstGeom prst="ellipse">
            <a:avLst/>
          </a:prstGeom>
          <a:solidFill>
            <a:srgbClr val="EAC7B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AAF09396-9137-473A-B258-2017A2C6D64C}"/>
              </a:ext>
            </a:extLst>
          </p:cNvPr>
          <p:cNvSpPr/>
          <p:nvPr/>
        </p:nvSpPr>
        <p:spPr>
          <a:xfrm>
            <a:off x="7775208" y="3606917"/>
            <a:ext cx="1343526" cy="567890"/>
          </a:xfrm>
          <a:prstGeom prst="ellipse">
            <a:avLst/>
          </a:prstGeom>
          <a:solidFill>
            <a:srgbClr val="EDDAD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B73AD624-BB9C-4C09-BEC7-B5C5724DD25E}"/>
              </a:ext>
            </a:extLst>
          </p:cNvPr>
          <p:cNvSpPr/>
          <p:nvPr/>
        </p:nvSpPr>
        <p:spPr>
          <a:xfrm>
            <a:off x="7775208" y="4609385"/>
            <a:ext cx="1343526" cy="56789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2690E558-7623-43E5-99DE-8B5AF6CEDB1B}"/>
              </a:ext>
            </a:extLst>
          </p:cNvPr>
          <p:cNvSpPr/>
          <p:nvPr/>
        </p:nvSpPr>
        <p:spPr>
          <a:xfrm>
            <a:off x="7791651" y="5519289"/>
            <a:ext cx="1343526" cy="56789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FBDE351D-92AE-4793-8DE5-45B04FA5F9B9}"/>
              </a:ext>
            </a:extLst>
          </p:cNvPr>
          <p:cNvSpPr txBox="1"/>
          <p:nvPr/>
        </p:nvSpPr>
        <p:spPr>
          <a:xfrm>
            <a:off x="9535160" y="4923215"/>
            <a:ext cx="363728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/>
              <a:t>Objectifs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400" dirty="0"/>
              <a:t>Design moderne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400" dirty="0"/>
              <a:t>Interface élégante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400" dirty="0"/>
              <a:t>Bonne lisibilité</a:t>
            </a:r>
          </a:p>
        </p:txBody>
      </p:sp>
    </p:spTree>
    <p:extLst>
      <p:ext uri="{BB962C8B-B14F-4D97-AF65-F5344CB8AC3E}">
        <p14:creationId xmlns:p14="http://schemas.microsoft.com/office/powerpoint/2010/main" val="36483083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A869B713-8800-42C6-988A-39293C948DD3}"/>
              </a:ext>
            </a:extLst>
          </p:cNvPr>
          <p:cNvSpPr txBox="1"/>
          <p:nvPr/>
        </p:nvSpPr>
        <p:spPr>
          <a:xfrm>
            <a:off x="2520527" y="1314028"/>
            <a:ext cx="9956800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b="1" dirty="0">
                <a:latin typeface="Arial Black" panose="020B0A04020102020204" pitchFamily="34" charset="0"/>
              </a:rPr>
              <a:t>			</a:t>
            </a:r>
            <a:r>
              <a:rPr lang="fr-FR" sz="2800" b="1" dirty="0">
                <a:latin typeface="Bernard MT Condensed" panose="02050806060905020404" pitchFamily="18" charset="0"/>
              </a:rPr>
              <a:t>Police et Inspiration</a:t>
            </a:r>
          </a:p>
          <a:p>
            <a:endParaRPr lang="fr-FR" sz="2800" b="1" dirty="0">
              <a:latin typeface="Arial Black" panose="020B0A04020102020204" pitchFamily="34" charset="0"/>
            </a:endParaRPr>
          </a:p>
          <a:p>
            <a:r>
              <a:rPr lang="fr-FR" sz="2800" b="1" dirty="0">
                <a:latin typeface="Arial Black" panose="020B0A04020102020204" pitchFamily="34" charset="0"/>
              </a:rPr>
              <a:t>Polices utilisées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000" b="1" dirty="0"/>
              <a:t>Poppins</a:t>
            </a:r>
            <a:endParaRPr lang="fr-FR" sz="2000" dirty="0"/>
          </a:p>
          <a:p>
            <a:r>
              <a:rPr lang="fr-FR" sz="2800" b="1" dirty="0">
                <a:latin typeface="Arial Black" panose="020B0A04020102020204" pitchFamily="34" charset="0"/>
              </a:rPr>
              <a:t>Pourquoi 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800" dirty="0"/>
              <a:t>Faciles à lire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800" dirty="0"/>
              <a:t>Aspect professionnel </a:t>
            </a:r>
          </a:p>
          <a:p>
            <a:r>
              <a:rPr lang="fr-FR" sz="2800" b="1" dirty="0">
                <a:latin typeface="Arial Black" panose="020B0A04020102020204" pitchFamily="34" charset="0"/>
              </a:rPr>
              <a:t>Inspirations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800" dirty="0"/>
              <a:t>Google Font</a:t>
            </a:r>
          </a:p>
        </p:txBody>
      </p:sp>
    </p:spTree>
    <p:extLst>
      <p:ext uri="{BB962C8B-B14F-4D97-AF65-F5344CB8AC3E}">
        <p14:creationId xmlns:p14="http://schemas.microsoft.com/office/powerpoint/2010/main" val="6009355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95AF2692-55C0-4CED-BCE5-B17B10E45EF5}"/>
              </a:ext>
            </a:extLst>
          </p:cNvPr>
          <p:cNvSpPr txBox="1"/>
          <p:nvPr/>
        </p:nvSpPr>
        <p:spPr>
          <a:xfrm>
            <a:off x="3261360" y="0"/>
            <a:ext cx="6096000" cy="6986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4800" dirty="0">
                <a:latin typeface="Bernard MT Condensed" panose="02050806060905020404" pitchFamily="18" charset="0"/>
              </a:rPr>
              <a:t>Architecture du projet</a:t>
            </a:r>
          </a:p>
          <a:p>
            <a:r>
              <a:rPr lang="fr-FR" sz="2000" dirty="0"/>
              <a:t>AfriTalent/</a:t>
            </a:r>
            <a:br>
              <a:rPr lang="fr-FR" sz="2000" dirty="0"/>
            </a:br>
            <a:r>
              <a:rPr lang="fr-FR" sz="2000" dirty="0"/>
              <a:t>│</a:t>
            </a:r>
            <a:br>
              <a:rPr lang="fr-FR" sz="2000" dirty="0"/>
            </a:br>
            <a:r>
              <a:rPr lang="fr-FR" sz="2000" dirty="0"/>
              <a:t>├── index.html</a:t>
            </a:r>
            <a:br>
              <a:rPr lang="fr-FR" sz="2000" dirty="0"/>
            </a:br>
            <a:r>
              <a:rPr lang="fr-FR" sz="2000" dirty="0"/>
              <a:t>├── freelances.html</a:t>
            </a:r>
            <a:br>
              <a:rPr lang="fr-FR" sz="2000" dirty="0"/>
            </a:br>
            <a:r>
              <a:rPr lang="fr-FR" sz="2000" dirty="0"/>
              <a:t>├── tarifs.html</a:t>
            </a:r>
            <a:br>
              <a:rPr lang="fr-FR" sz="2000" dirty="0"/>
            </a:br>
            <a:r>
              <a:rPr lang="fr-FR" sz="2000" dirty="0"/>
              <a:t>├── about.html</a:t>
            </a:r>
            <a:br>
              <a:rPr lang="fr-FR" sz="2000" dirty="0"/>
            </a:br>
            <a:r>
              <a:rPr lang="fr-FR" sz="2000" dirty="0"/>
              <a:t>├── contact.html</a:t>
            </a:r>
            <a:br>
              <a:rPr lang="fr-FR" sz="2000" dirty="0"/>
            </a:br>
            <a:r>
              <a:rPr lang="fr-FR" sz="2000" dirty="0"/>
              <a:t>│</a:t>
            </a:r>
            <a:br>
              <a:rPr lang="fr-FR" sz="2000" dirty="0"/>
            </a:br>
            <a:r>
              <a:rPr lang="fr-FR" sz="2000" dirty="0"/>
              <a:t>├── </a:t>
            </a:r>
            <a:r>
              <a:rPr lang="fr-FR" sz="2000" dirty="0" err="1"/>
              <a:t>css</a:t>
            </a:r>
            <a:r>
              <a:rPr lang="fr-FR" sz="2000" dirty="0"/>
              <a:t>/</a:t>
            </a:r>
            <a:br>
              <a:rPr lang="fr-FR" sz="2000" dirty="0"/>
            </a:br>
            <a:r>
              <a:rPr lang="fr-FR" sz="2000" dirty="0"/>
              <a:t>│ └── style.css</a:t>
            </a:r>
            <a:br>
              <a:rPr lang="fr-FR" sz="2000" dirty="0"/>
            </a:br>
            <a:r>
              <a:rPr lang="fr-FR" sz="2000" dirty="0"/>
              <a:t>│</a:t>
            </a:r>
            <a:br>
              <a:rPr lang="fr-FR" sz="2000" dirty="0"/>
            </a:br>
            <a:r>
              <a:rPr lang="fr-FR" sz="2000" dirty="0"/>
              <a:t>├── </a:t>
            </a:r>
            <a:r>
              <a:rPr lang="fr-FR" sz="2000" dirty="0" err="1"/>
              <a:t>js</a:t>
            </a:r>
            <a:r>
              <a:rPr lang="fr-FR" sz="2000" dirty="0"/>
              <a:t>/</a:t>
            </a:r>
            <a:br>
              <a:rPr lang="fr-FR" sz="2000" dirty="0"/>
            </a:br>
            <a:r>
              <a:rPr lang="fr-FR" sz="2000" dirty="0"/>
              <a:t>│ └── main.js</a:t>
            </a:r>
            <a:br>
              <a:rPr lang="fr-FR" sz="2000" dirty="0"/>
            </a:br>
            <a:r>
              <a:rPr lang="fr-FR" sz="2000" dirty="0"/>
              <a:t>│</a:t>
            </a:r>
            <a:br>
              <a:rPr lang="fr-FR" sz="2000" dirty="0"/>
            </a:br>
            <a:r>
              <a:rPr lang="fr-FR" sz="2000" dirty="0"/>
              <a:t>├── images/</a:t>
            </a:r>
            <a:br>
              <a:rPr lang="fr-FR" sz="2000" dirty="0"/>
            </a:br>
            <a:r>
              <a:rPr lang="fr-FR" sz="2000" dirty="0"/>
              <a:t>│</a:t>
            </a:r>
            <a:br>
              <a:rPr lang="fr-FR" sz="2000" dirty="0"/>
            </a:br>
            <a:r>
              <a:rPr lang="fr-FR" sz="2000" dirty="0"/>
              <a:t>├── docs/</a:t>
            </a:r>
            <a:br>
              <a:rPr lang="fr-FR" sz="2000" dirty="0"/>
            </a:br>
            <a:r>
              <a:rPr lang="fr-FR" sz="2000" dirty="0"/>
              <a:t>│ └── Presentation.pptx</a:t>
            </a:r>
            <a:br>
              <a:rPr lang="fr-FR" sz="2000" dirty="0"/>
            </a:br>
            <a:r>
              <a:rPr lang="fr-FR" sz="2000" dirty="0"/>
              <a:t>│</a:t>
            </a:r>
            <a:br>
              <a:rPr lang="fr-FR" sz="2000" dirty="0"/>
            </a:br>
            <a:r>
              <a:rPr lang="fr-FR" sz="2000" dirty="0"/>
              <a:t>└── README.md</a:t>
            </a:r>
          </a:p>
        </p:txBody>
      </p:sp>
    </p:spTree>
    <p:extLst>
      <p:ext uri="{BB962C8B-B14F-4D97-AF65-F5344CB8AC3E}">
        <p14:creationId xmlns:p14="http://schemas.microsoft.com/office/powerpoint/2010/main" val="16636477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A3D2A22-C7B7-4E98-BBFA-F3B7BF4AA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Bernard MT Condensed" panose="02050806060905020404" pitchFamily="18" charset="0"/>
              </a:rPr>
              <a:t>			Capture des Pages</a:t>
            </a:r>
            <a:endParaRPr lang="fr-FR" dirty="0">
              <a:latin typeface="Bernard MT Condensed" panose="02050806060905020404" pitchFamily="18" charset="0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66A88B41-CEEA-4715-AA62-5EB61CA469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78" y="1304090"/>
            <a:ext cx="4909193" cy="1916630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CECF91AC-6BCB-49A5-A104-BE5C2E4134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76" y="1152180"/>
            <a:ext cx="4229426" cy="2220449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2C634858-8094-4C64-B042-B82B39B72C6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78" y="3429000"/>
            <a:ext cx="5324226" cy="1829289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82B07AFC-ABCF-4EE8-AD82-E32CD65FDF4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76" y="3429000"/>
            <a:ext cx="4015619" cy="2108200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0E829D25-C931-4B7F-99DE-9FA5EEB8A91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4343" y="4598760"/>
            <a:ext cx="4303314" cy="2259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1620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2AACE46-ED77-4883-8311-875A10DE2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	</a:t>
            </a:r>
            <a:r>
              <a:rPr lang="fr-FR" dirty="0">
                <a:latin typeface="Bernard MT Condensed" panose="02050806060905020404" pitchFamily="18" charset="0"/>
              </a:rPr>
              <a:t>Ressources utilisées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C4A05A4-B70B-45D7-9EA9-FAA710A908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FR" b="1" dirty="0">
                <a:latin typeface="Arial Black" panose="020B0A04020102020204" pitchFamily="34" charset="0"/>
              </a:rPr>
              <a:t>Documentation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MDN Web Docs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W3Schools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Bootstrap Documentation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Font </a:t>
            </a:r>
            <a:r>
              <a:rPr lang="fr-FR" dirty="0" err="1"/>
              <a:t>Awesome</a:t>
            </a:r>
            <a:r>
              <a:rPr lang="fr-FR" dirty="0"/>
              <a:t> </a:t>
            </a:r>
          </a:p>
          <a:p>
            <a:r>
              <a:rPr lang="fr-FR" b="1" dirty="0">
                <a:latin typeface="Arial Black" panose="020B0A04020102020204" pitchFamily="34" charset="0"/>
              </a:rPr>
              <a:t>Outils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Visual Studio Code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GitHub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GitHub Pages </a:t>
            </a:r>
          </a:p>
          <a:p>
            <a:pPr marL="0" indent="0">
              <a:buNone/>
            </a:pP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65947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3905FD-329A-42B0-85B2-F89B8B77E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			</a:t>
            </a:r>
            <a:r>
              <a:rPr lang="en-US" dirty="0">
                <a:latin typeface="Bernard MT Condensed" panose="02050806060905020404" pitchFamily="18" charset="0"/>
              </a:rPr>
              <a:t>Point Technique</a:t>
            </a:r>
            <a:endParaRPr lang="fr-FR" dirty="0">
              <a:latin typeface="Bernard MT Condensed" panose="020508060609050204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43B2395-35A5-4EED-965B-C76FE008D19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r-FR" sz="4000" dirty="0"/>
              <a:t>Dark mode avec localStorage</a:t>
            </a:r>
          </a:p>
          <a:p>
            <a:r>
              <a:rPr lang="fr-FR" sz="4000" dirty="0"/>
              <a:t>Navbar dynamique au scroll</a:t>
            </a:r>
          </a:p>
          <a:p>
            <a:r>
              <a:rPr lang="fr-FR" sz="4000" dirty="0"/>
              <a:t>Filtrage des freelances</a:t>
            </a:r>
          </a:p>
          <a:p>
            <a:r>
              <a:rPr lang="fr-FR" sz="4000" dirty="0"/>
              <a:t>Validation du formulaire de contact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A0EEC15-2AB4-4477-ACB2-6667097DBC2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r-FR" b="0" i="1" dirty="0">
                <a:solidFill>
                  <a:srgbClr val="DDDDDD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fr-FR" b="0" i="1" dirty="0" err="1">
                <a:solidFill>
                  <a:srgbClr val="DDDDDD"/>
                </a:solidFill>
                <a:effectLst/>
                <a:latin typeface="Consolas" panose="020B0609020204030204" pitchFamily="49" charset="0"/>
              </a:rPr>
              <a:t>navbar</a:t>
            </a:r>
            <a:r>
              <a:rPr lang="fr-FR" b="0" i="1" dirty="0">
                <a:solidFill>
                  <a:srgbClr val="DDDDDD"/>
                </a:solidFill>
                <a:effectLst/>
                <a:latin typeface="Consolas" panose="020B0609020204030204" pitchFamily="49" charset="0"/>
              </a:rPr>
              <a:t> scroller</a:t>
            </a:r>
            <a:endParaRPr lang="fr-FR" b="0" dirty="0">
              <a:solidFill>
                <a:srgbClr val="DDDDDD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err="1">
                <a:solidFill>
                  <a:srgbClr val="E621A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r-FR" b="0" dirty="0">
                <a:solidFill>
                  <a:srgbClr val="DDDDDD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>
                <a:solidFill>
                  <a:srgbClr val="79E0E2"/>
                </a:solidFill>
                <a:effectLst/>
                <a:latin typeface="Consolas" panose="020B0609020204030204" pitchFamily="49" charset="0"/>
              </a:rPr>
              <a:t>navbar</a:t>
            </a:r>
            <a:r>
              <a:rPr lang="fr-FR" b="0" dirty="0">
                <a:solidFill>
                  <a:srgbClr val="DDDDDD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>
                <a:solidFill>
                  <a:srgbClr val="09E4E6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b="0" dirty="0">
                <a:solidFill>
                  <a:srgbClr val="DDDDDD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>
                <a:solidFill>
                  <a:srgbClr val="79E0E2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fr-FR" b="0" dirty="0" err="1">
                <a:solidFill>
                  <a:srgbClr val="DDDDDD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b="0" dirty="0" err="1">
                <a:solidFill>
                  <a:srgbClr val="05A6A8"/>
                </a:solidFill>
                <a:effectLst/>
                <a:latin typeface="Consolas" panose="020B0609020204030204" pitchFamily="49" charset="0"/>
              </a:rPr>
              <a:t>querySelector</a:t>
            </a:r>
            <a:r>
              <a:rPr lang="fr-FR" b="0" dirty="0">
                <a:solidFill>
                  <a:srgbClr val="DDDDDD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b="0" dirty="0">
                <a:solidFill>
                  <a:srgbClr val="DF6CBE"/>
                </a:solidFill>
                <a:effectLst/>
                <a:latin typeface="Consolas" panose="020B0609020204030204" pitchFamily="49" charset="0"/>
              </a:rPr>
              <a:t>".</a:t>
            </a:r>
            <a:r>
              <a:rPr lang="fr-FR" b="0" dirty="0" err="1">
                <a:solidFill>
                  <a:srgbClr val="DF6CBE"/>
                </a:solidFill>
                <a:effectLst/>
                <a:latin typeface="Consolas" panose="020B0609020204030204" pitchFamily="49" charset="0"/>
              </a:rPr>
              <a:t>navbar</a:t>
            </a:r>
            <a:r>
              <a:rPr lang="fr-FR" b="0" dirty="0">
                <a:solidFill>
                  <a:srgbClr val="DF6CB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b="0" dirty="0">
                <a:solidFill>
                  <a:srgbClr val="DDDDDD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fr-FR" b="0" dirty="0">
                <a:solidFill>
                  <a:srgbClr val="DDDDDD"/>
                </a:solidFill>
                <a:effectLst/>
                <a:latin typeface="Consolas" panose="020B0609020204030204" pitchFamily="49" charset="0"/>
              </a:rPr>
            </a:br>
            <a:r>
              <a:rPr lang="fr-FR" b="0" dirty="0" err="1">
                <a:solidFill>
                  <a:srgbClr val="79E0E2"/>
                </a:solidFill>
                <a:effectLst/>
                <a:latin typeface="Consolas" panose="020B0609020204030204" pitchFamily="49" charset="0"/>
              </a:rPr>
              <a:t>window</a:t>
            </a:r>
            <a:r>
              <a:rPr lang="fr-FR" b="0" dirty="0" err="1">
                <a:solidFill>
                  <a:srgbClr val="DDDDDD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b="0" dirty="0" err="1">
                <a:solidFill>
                  <a:srgbClr val="05A6A8"/>
                </a:solidFill>
                <a:effectLst/>
                <a:latin typeface="Consolas" panose="020B0609020204030204" pitchFamily="49" charset="0"/>
              </a:rPr>
              <a:t>addEventListener</a:t>
            </a:r>
            <a:r>
              <a:rPr lang="fr-FR" b="0" dirty="0">
                <a:solidFill>
                  <a:srgbClr val="DDDDDD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b="0" dirty="0">
                <a:solidFill>
                  <a:srgbClr val="DF6CBE"/>
                </a:solidFill>
                <a:effectLst/>
                <a:latin typeface="Consolas" panose="020B0609020204030204" pitchFamily="49" charset="0"/>
              </a:rPr>
              <a:t>"scroll"</a:t>
            </a:r>
            <a:r>
              <a:rPr lang="fr-FR" b="0" dirty="0">
                <a:solidFill>
                  <a:srgbClr val="DDDDDD"/>
                </a:solidFill>
                <a:effectLst/>
                <a:latin typeface="Consolas" panose="020B0609020204030204" pitchFamily="49" charset="0"/>
              </a:rPr>
              <a:t>, () </a:t>
            </a:r>
            <a:r>
              <a:rPr lang="fr-FR" b="0" dirty="0">
                <a:solidFill>
                  <a:srgbClr val="E621A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fr-FR" b="0" dirty="0">
                <a:solidFill>
                  <a:srgbClr val="DDDDDD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fr-FR" b="0" dirty="0">
                <a:solidFill>
                  <a:srgbClr val="DDDDDD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b="0" dirty="0">
                <a:solidFill>
                  <a:srgbClr val="E621A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fr-FR" b="0" dirty="0">
                <a:solidFill>
                  <a:srgbClr val="DDDDDD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fr-FR" b="0" dirty="0" err="1">
                <a:solidFill>
                  <a:srgbClr val="79E0E2"/>
                </a:solidFill>
                <a:effectLst/>
                <a:latin typeface="Consolas" panose="020B0609020204030204" pitchFamily="49" charset="0"/>
              </a:rPr>
              <a:t>window</a:t>
            </a:r>
            <a:r>
              <a:rPr lang="fr-FR" b="0" dirty="0" err="1">
                <a:solidFill>
                  <a:srgbClr val="DDDDDD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b="0" dirty="0" err="1">
                <a:solidFill>
                  <a:srgbClr val="E09ECE"/>
                </a:solidFill>
                <a:effectLst/>
                <a:latin typeface="Consolas" panose="020B0609020204030204" pitchFamily="49" charset="0"/>
              </a:rPr>
              <a:t>scrollY</a:t>
            </a:r>
            <a:r>
              <a:rPr lang="fr-FR" b="0" dirty="0">
                <a:solidFill>
                  <a:srgbClr val="DDDDDD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>
                <a:solidFill>
                  <a:srgbClr val="09E4E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fr-FR" b="0" dirty="0">
                <a:solidFill>
                  <a:srgbClr val="DDDDDD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>
                <a:solidFill>
                  <a:srgbClr val="09E4E6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fr-FR" b="0" dirty="0">
                <a:solidFill>
                  <a:srgbClr val="DDDDDD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fr-FR" b="0" dirty="0">
                <a:solidFill>
                  <a:srgbClr val="DDDDDD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b="0" dirty="0" err="1">
                <a:solidFill>
                  <a:srgbClr val="79E0E2"/>
                </a:solidFill>
                <a:effectLst/>
                <a:latin typeface="Consolas" panose="020B0609020204030204" pitchFamily="49" charset="0"/>
              </a:rPr>
              <a:t>navbar</a:t>
            </a:r>
            <a:r>
              <a:rPr lang="fr-FR" b="0" dirty="0" err="1">
                <a:solidFill>
                  <a:srgbClr val="DDDDDD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b="0" dirty="0" err="1">
                <a:solidFill>
                  <a:srgbClr val="E09ECE"/>
                </a:solidFill>
                <a:effectLst/>
                <a:latin typeface="Consolas" panose="020B0609020204030204" pitchFamily="49" charset="0"/>
              </a:rPr>
              <a:t>classList</a:t>
            </a:r>
            <a:r>
              <a:rPr lang="fr-FR" b="0" dirty="0" err="1">
                <a:solidFill>
                  <a:srgbClr val="DDDDDD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b="0" dirty="0" err="1">
                <a:solidFill>
                  <a:srgbClr val="05A6A8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fr-FR" b="0" dirty="0">
                <a:solidFill>
                  <a:srgbClr val="DDDDDD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b="0" dirty="0">
                <a:solidFill>
                  <a:srgbClr val="DF6CB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b="0" dirty="0" err="1">
                <a:solidFill>
                  <a:srgbClr val="DF6CBE"/>
                </a:solidFill>
                <a:effectLst/>
                <a:latin typeface="Consolas" panose="020B0609020204030204" pitchFamily="49" charset="0"/>
              </a:rPr>
              <a:t>scrolled</a:t>
            </a:r>
            <a:r>
              <a:rPr lang="fr-FR" b="0" dirty="0">
                <a:solidFill>
                  <a:srgbClr val="DF6CB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b="0" dirty="0">
                <a:solidFill>
                  <a:srgbClr val="DDDDDD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fr-FR" b="0" dirty="0">
                <a:solidFill>
                  <a:srgbClr val="DDDDDD"/>
                </a:solidFill>
                <a:effectLst/>
                <a:latin typeface="Consolas" panose="020B0609020204030204" pitchFamily="49" charset="0"/>
              </a:rPr>
              <a:t>    } </a:t>
            </a:r>
            <a:r>
              <a:rPr lang="fr-FR" b="0" dirty="0" err="1">
                <a:solidFill>
                  <a:srgbClr val="E621AF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fr-FR" b="0" dirty="0">
                <a:solidFill>
                  <a:srgbClr val="DDDDDD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fr-FR" b="0" dirty="0">
                <a:solidFill>
                  <a:srgbClr val="DDDDDD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b="0" dirty="0" err="1">
                <a:solidFill>
                  <a:srgbClr val="79E0E2"/>
                </a:solidFill>
                <a:effectLst/>
                <a:latin typeface="Consolas" panose="020B0609020204030204" pitchFamily="49" charset="0"/>
              </a:rPr>
              <a:t>navbar</a:t>
            </a:r>
            <a:r>
              <a:rPr lang="fr-FR" b="0" dirty="0" err="1">
                <a:solidFill>
                  <a:srgbClr val="DDDDDD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b="0" dirty="0" err="1">
                <a:solidFill>
                  <a:srgbClr val="E09ECE"/>
                </a:solidFill>
                <a:effectLst/>
                <a:latin typeface="Consolas" panose="020B0609020204030204" pitchFamily="49" charset="0"/>
              </a:rPr>
              <a:t>classList</a:t>
            </a:r>
            <a:r>
              <a:rPr lang="fr-FR" b="0" dirty="0" err="1">
                <a:solidFill>
                  <a:srgbClr val="DDDDDD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b="0" dirty="0" err="1">
                <a:solidFill>
                  <a:srgbClr val="05A6A8"/>
                </a:solidFill>
                <a:effectLst/>
                <a:latin typeface="Consolas" panose="020B0609020204030204" pitchFamily="49" charset="0"/>
              </a:rPr>
              <a:t>remove</a:t>
            </a:r>
            <a:r>
              <a:rPr lang="fr-FR" b="0" dirty="0">
                <a:solidFill>
                  <a:srgbClr val="DDDDDD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b="0" dirty="0">
                <a:solidFill>
                  <a:srgbClr val="DF6CB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b="0" dirty="0" err="1">
                <a:solidFill>
                  <a:srgbClr val="DF6CBE"/>
                </a:solidFill>
                <a:effectLst/>
                <a:latin typeface="Consolas" panose="020B0609020204030204" pitchFamily="49" charset="0"/>
              </a:rPr>
              <a:t>scrolled</a:t>
            </a:r>
            <a:r>
              <a:rPr lang="fr-FR" b="0" dirty="0">
                <a:solidFill>
                  <a:srgbClr val="DF6CB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b="0" dirty="0">
                <a:solidFill>
                  <a:srgbClr val="DDDDDD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fr-FR" b="0" dirty="0">
                <a:solidFill>
                  <a:srgbClr val="DDDDDD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fr-FR" b="0" dirty="0">
                <a:solidFill>
                  <a:srgbClr val="DDDDDD"/>
                </a:solidFill>
                <a:effectLst/>
                <a:latin typeface="Consolas" panose="020B0609020204030204" pitchFamily="49" charset="0"/>
              </a:rPr>
              <a:t>});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6926191"/>
      </p:ext>
    </p:extLst>
  </p:cSld>
  <p:clrMapOvr>
    <a:masterClrMapping/>
  </p:clrMapOvr>
  <p:transition spd="slow">
    <p:randomBar dir="vert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1B1E169-029A-43D0-89F7-85A9BDA0F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	</a:t>
            </a:r>
            <a:r>
              <a:rPr lang="en-US" sz="3600" dirty="0">
                <a:latin typeface="Arial Black" panose="020B0A04020102020204" pitchFamily="34" charset="0"/>
              </a:rPr>
              <a:t>Bootstrap et CSS </a:t>
            </a:r>
            <a:r>
              <a:rPr lang="fr-FR" b="1" dirty="0">
                <a:latin typeface="Arial Black" panose="020B0A04020102020204" pitchFamily="34" charset="0"/>
              </a:rPr>
              <a:t>avancé</a:t>
            </a:r>
            <a:br>
              <a:rPr lang="fr-FR" dirty="0">
                <a:latin typeface="Arial Black" panose="020B0A04020102020204" pitchFamily="34" charset="0"/>
              </a:rPr>
            </a:br>
            <a:r>
              <a:rPr lang="en-US" dirty="0"/>
              <a:t> 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0DA42A6-A5F1-459A-9B3F-5D1DEEDDA7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1" dirty="0">
                <a:latin typeface="Arial Black" panose="020B0A04020102020204" pitchFamily="34" charset="0"/>
              </a:rPr>
              <a:t>Composants Bootstrap utilisés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Navbar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Cards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Carrousel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Boutons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Grid  </a:t>
            </a:r>
          </a:p>
          <a:p>
            <a:r>
              <a:rPr lang="fr-FR" b="1" dirty="0">
                <a:latin typeface="Arial Black" panose="020B0A04020102020204" pitchFamily="34" charset="0"/>
              </a:rPr>
              <a:t>CSS avancé</a:t>
            </a:r>
            <a:endParaRPr lang="fr-FR" dirty="0">
              <a:latin typeface="Arial Black" panose="020B0A040201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Media queries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Transitions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Hover effects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Responsive Design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723355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C3BBA04C-FF36-4359-9BD0-930A3FFD1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			</a:t>
            </a:r>
            <a:r>
              <a:rPr lang="en-US" dirty="0">
                <a:latin typeface="Arial Black" panose="020B0A04020102020204" pitchFamily="34" charset="0"/>
              </a:rPr>
              <a:t>GitHub</a:t>
            </a:r>
            <a:endParaRPr lang="fr-FR" dirty="0">
              <a:latin typeface="Arial Black" panose="020B0A04020102020204" pitchFamily="34" charset="0"/>
            </a:endParaRPr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817E5B14-240D-459F-A18B-DA8F163D149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62500" lnSpcReduction="20000"/>
          </a:bodyPr>
          <a:lstStyle/>
          <a:p>
            <a:r>
              <a:rPr lang="fr-FR" b="1" dirty="0">
                <a:latin typeface="Arial Black" panose="020B0A04020102020204" pitchFamily="34" charset="0"/>
              </a:rPr>
              <a:t>Historique des </a:t>
            </a:r>
            <a:r>
              <a:rPr lang="fr-FR" b="1" dirty="0" err="1">
                <a:latin typeface="Arial Black" panose="020B0A04020102020204" pitchFamily="34" charset="0"/>
              </a:rPr>
              <a:t>commits</a:t>
            </a:r>
            <a:endParaRPr lang="fr-FR" b="1" dirty="0">
              <a:latin typeface="Arial Black" panose="020B0A040201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Initialisation du projet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Structure HTML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Mise en page CSS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CSS </a:t>
            </a:r>
            <a:r>
              <a:rPr lang="fr-FR" dirty="0" err="1"/>
              <a:t>grid</a:t>
            </a:r>
            <a:endParaRPr lang="fr-FR" dirty="0"/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Responsive Design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Dark Mode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Animation java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Validation formulaire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Correction responsive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Déploiement GitHub Pages </a:t>
            </a:r>
          </a:p>
          <a:p>
            <a:r>
              <a:rPr lang="fr-FR" b="1" dirty="0">
                <a:latin typeface="Arial Black" panose="020B0A04020102020204" pitchFamily="34" charset="0"/>
              </a:rPr>
              <a:t>Lien GitHub Pages</a:t>
            </a:r>
          </a:p>
          <a:p>
            <a:r>
              <a:rPr lang="fr-FR" dirty="0"/>
              <a:t>()</a:t>
            </a:r>
          </a:p>
          <a:p>
            <a:endParaRPr lang="fr-FR" dirty="0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05B3C9F6-D8E8-4217-817A-09FCD263F60A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929946" y="1859340"/>
            <a:ext cx="5089855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Workflow Git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git </a:t>
            </a:r>
            <a:r>
              <a:rPr kumimoji="0" lang="fr-FR" altLang="fr-F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add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.</a:t>
            </a:r>
            <a:b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git commit -m "Message du commit"</a:t>
            </a:r>
            <a:b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git push </a:t>
            </a:r>
            <a:r>
              <a:rPr kumimoji="0" lang="fr-FR" altLang="fr-F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origin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main</a:t>
            </a:r>
            <a:endParaRPr kumimoji="0" lang="fr-FR" altLang="fr-F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08951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accent2">
                <a:lumMod val="20000"/>
                <a:lumOff val="80000"/>
              </a:schemeClr>
            </a:gs>
            <a:gs pos="80000">
              <a:srgbClr val="FFCCC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B5B8FB1C-8CA4-4480-995F-DB928965E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		</a:t>
            </a:r>
            <a:r>
              <a:rPr lang="en-US" dirty="0">
                <a:latin typeface="Arial Black" panose="020B0A04020102020204" pitchFamily="34" charset="0"/>
              </a:rPr>
              <a:t>Difficultes rencontres</a:t>
            </a:r>
            <a:endParaRPr lang="fr-FR" dirty="0">
              <a:latin typeface="Arial Black" panose="020B0A04020102020204" pitchFamily="34" charset="0"/>
            </a:endParaRP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23E935A-88E8-48CE-ACF0-3E4D6D26575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fr-FR" dirty="0"/>
              <a:t>Le Dark Mode ne s'appliquait pas aux cartes.</a:t>
            </a:r>
          </a:p>
          <a:p>
            <a:r>
              <a:rPr lang="en-US" dirty="0"/>
              <a:t>Solution:</a:t>
            </a:r>
            <a:r>
              <a:rPr lang="fr-FR" dirty="0"/>
              <a:t>Ajout de règles CSS spécifiques</a:t>
            </a:r>
          </a:p>
        </p:txBody>
      </p:sp>
      <p:sp>
        <p:nvSpPr>
          <p:cNvPr id="38" name="Espace réservé du contenu 37">
            <a:extLst>
              <a:ext uri="{FF2B5EF4-FFF2-40B4-BE49-F238E27FC236}">
                <a16:creationId xmlns:a16="http://schemas.microsoft.com/office/drawing/2014/main" id="{F8D90165-D612-4203-B461-678151D6C04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Erreur </a:t>
            </a:r>
            <a:r>
              <a:rPr lang="en-US" dirty="0" err="1"/>
              <a:t>Javascript:Cannot</a:t>
            </a:r>
            <a:r>
              <a:rPr lang="en-US" dirty="0"/>
              <a:t> read properties of null</a:t>
            </a:r>
          </a:p>
          <a:p>
            <a:r>
              <a:rPr lang="en-US" dirty="0"/>
              <a:t>Solution:</a:t>
            </a:r>
            <a:r>
              <a:rPr lang="fr-FR" dirty="0"/>
              <a:t>if (</a:t>
            </a:r>
            <a:r>
              <a:rPr lang="fr-FR" dirty="0" err="1"/>
              <a:t>themeBtn</a:t>
            </a:r>
            <a:r>
              <a:rPr lang="fr-FR" dirty="0"/>
              <a:t>) {</a:t>
            </a:r>
            <a:br>
              <a:rPr lang="fr-FR" dirty="0"/>
            </a:br>
            <a:r>
              <a:rPr lang="fr-FR" dirty="0" err="1"/>
              <a:t>themeBtn.addEventListener</a:t>
            </a:r>
            <a:r>
              <a:rPr lang="fr-FR" dirty="0"/>
              <a:t>(...);</a:t>
            </a:r>
            <a:br>
              <a:rPr lang="fr-FR" dirty="0"/>
            </a:br>
            <a:r>
              <a:rPr lang="fr-FR" dirty="0"/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86826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E026B71-83E7-4B11-89EE-14DE2D4FA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		</a:t>
            </a:r>
            <a:r>
              <a:rPr lang="en-US" dirty="0">
                <a:latin typeface="Arial Black" panose="020B0A04020102020204" pitchFamily="34" charset="0"/>
              </a:rPr>
              <a:t>Demonstration du Site</a:t>
            </a:r>
            <a:endParaRPr lang="fr-FR" dirty="0">
              <a:latin typeface="Arial Black" panose="020B0A04020102020204" pitchFamily="34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F3B76EB-BD91-4CE4-AF5D-243044E938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3200" dirty="0"/>
              <a:t>Montrer</a:t>
            </a:r>
            <a:r>
              <a:rPr lang="fr-FR" dirty="0"/>
              <a:t>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Navigation entre les pages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Mode sombre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Filtrage des freelances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Formulaire de contact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Responsive sur mobile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41833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63F7A9-4EC1-47B2-803E-4214EC9AF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	Conclusion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C91DCD3-6F37-4483-8E3B-79E7E2116A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1" dirty="0"/>
              <a:t>Compétences acquises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HTML5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CSS3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Bootstrap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JavaScript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Git et GitHub </a:t>
            </a:r>
          </a:p>
          <a:p>
            <a:r>
              <a:rPr lang="fr-FR" b="1" dirty="0"/>
              <a:t>Résultat</a:t>
            </a:r>
          </a:p>
          <a:p>
            <a:r>
              <a:rPr lang="fr-FR" dirty="0"/>
              <a:t>Création d'un site web responsive et interactif.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112657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D9F48EC-E342-4052-B1AC-ECBEC1142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		</a:t>
            </a:r>
            <a:r>
              <a:rPr lang="fr-FR" dirty="0"/>
              <a:t>Perspectives d'amélioration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8099ECC-D80C-4F3E-80B6-3CF067B58EF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749040" y="2159968"/>
            <a:ext cx="628904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Ajouter une base de données    MySQL.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Développer un système de connexion.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Ajouter une recherche avancée.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Permettre aux freelances de créer leur profil. </a:t>
            </a:r>
          </a:p>
        </p:txBody>
      </p:sp>
    </p:spTree>
    <p:extLst>
      <p:ext uri="{BB962C8B-B14F-4D97-AF65-F5344CB8AC3E}">
        <p14:creationId xmlns:p14="http://schemas.microsoft.com/office/powerpoint/2010/main" val="28274953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82824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886</TotalTime>
  <Words>526</Words>
  <Application>Microsoft Office PowerPoint</Application>
  <PresentationFormat>Grand écran</PresentationFormat>
  <Paragraphs>132</Paragraphs>
  <Slides>17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6" baseType="lpstr">
      <vt:lpstr>Arial</vt:lpstr>
      <vt:lpstr>Arial Black</vt:lpstr>
      <vt:lpstr>Arial Rounded MT Bold</vt:lpstr>
      <vt:lpstr>Arial Unicode MS</vt:lpstr>
      <vt:lpstr>Bernard MT Condensed</vt:lpstr>
      <vt:lpstr>Calibri</vt:lpstr>
      <vt:lpstr>Calibri Light</vt:lpstr>
      <vt:lpstr>Consolas</vt:lpstr>
      <vt:lpstr>Thème Office</vt:lpstr>
      <vt:lpstr>Présentation PowerPoint</vt:lpstr>
      <vt:lpstr>    TITRE</vt:lpstr>
      <vt:lpstr>Présentation PowerPoint</vt:lpstr>
      <vt:lpstr>Présentation PowerPoint</vt:lpstr>
      <vt:lpstr>    Choix de Design</vt:lpstr>
      <vt:lpstr>Présentation PowerPoint</vt:lpstr>
      <vt:lpstr>Présentation PowerPoint</vt:lpstr>
      <vt:lpstr>   Capture des Pages</vt:lpstr>
      <vt:lpstr>  Ressources utilisées</vt:lpstr>
      <vt:lpstr>    Point Technique</vt:lpstr>
      <vt:lpstr>  Bootstrap et CSS avancé  </vt:lpstr>
      <vt:lpstr>    GitHub</vt:lpstr>
      <vt:lpstr>   Difficultes rencontres</vt:lpstr>
      <vt:lpstr>   Demonstration du Site</vt:lpstr>
      <vt:lpstr>  Conclusion</vt:lpstr>
      <vt:lpstr>   Perspectives d'amélioration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ndeye fatou ka</dc:creator>
  <cp:lastModifiedBy>ndeye fatou ka</cp:lastModifiedBy>
  <cp:revision>25</cp:revision>
  <dcterms:created xsi:type="dcterms:W3CDTF">2026-06-18T20:44:04Z</dcterms:created>
  <dcterms:modified xsi:type="dcterms:W3CDTF">2026-06-19T17:05:38Z</dcterms:modified>
</cp:coreProperties>
</file>